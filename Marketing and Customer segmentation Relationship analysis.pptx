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74" r:id="rId4"/>
    <p:sldId id="259" r:id="rId5"/>
    <p:sldId id="275" r:id="rId6"/>
    <p:sldId id="269" r:id="rId7"/>
    <p:sldId id="270" r:id="rId8"/>
    <p:sldId id="276" r:id="rId9"/>
    <p:sldId id="257" r:id="rId10"/>
    <p:sldId id="258" r:id="rId11"/>
    <p:sldId id="272" r:id="rId12"/>
    <p:sldId id="277" r:id="rId13"/>
    <p:sldId id="260" r:id="rId14"/>
    <p:sldId id="261" r:id="rId15"/>
    <p:sldId id="265" r:id="rId16"/>
    <p:sldId id="278" r:id="rId17"/>
    <p:sldId id="262" r:id="rId18"/>
    <p:sldId id="264" r:id="rId19"/>
    <p:sldId id="279" r:id="rId20"/>
    <p:sldId id="266" r:id="rId21"/>
    <p:sldId id="267" r:id="rId22"/>
    <p:sldId id="280" r:id="rId23"/>
    <p:sldId id="268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DFC5CF-002B-49BF-A305-7A2B7A493E2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8F3D075-7161-4424-9188-A852C7467441}">
      <dgm:prSet/>
      <dgm:spPr/>
      <dgm:t>
        <a:bodyPr/>
        <a:lstStyle/>
        <a:p>
          <a:r>
            <a:rPr lang="en-US"/>
            <a:t>I should have plotted the data to take a look before starting the analysis, but I don’t need all the variables.</a:t>
          </a:r>
        </a:p>
      </dgm:t>
    </dgm:pt>
    <dgm:pt modelId="{7553AAB7-FAB9-47DC-9DAA-9A5AAA89B11C}" type="parTrans" cxnId="{9BD8D328-DC71-43D2-8CD8-CC81EFEF47AD}">
      <dgm:prSet/>
      <dgm:spPr/>
      <dgm:t>
        <a:bodyPr/>
        <a:lstStyle/>
        <a:p>
          <a:endParaRPr lang="en-US"/>
        </a:p>
      </dgm:t>
    </dgm:pt>
    <dgm:pt modelId="{0E8D56FC-2C99-4A83-9757-84AB45940CD0}" type="sibTrans" cxnId="{9BD8D328-DC71-43D2-8CD8-CC81EFEF47AD}">
      <dgm:prSet/>
      <dgm:spPr/>
      <dgm:t>
        <a:bodyPr/>
        <a:lstStyle/>
        <a:p>
          <a:endParaRPr lang="en-US"/>
        </a:p>
      </dgm:t>
    </dgm:pt>
    <dgm:pt modelId="{519453D2-FD8C-4333-B26F-367FD1BB892A}">
      <dgm:prSet/>
      <dgm:spPr/>
      <dgm:t>
        <a:bodyPr/>
        <a:lstStyle/>
        <a:p>
          <a:r>
            <a:rPr lang="en-US" dirty="0"/>
            <a:t>I will use meat, age, education level, income, total spending, children and marital status. </a:t>
          </a:r>
        </a:p>
      </dgm:t>
    </dgm:pt>
    <dgm:pt modelId="{5CE2C070-6180-4654-B1E9-0481987FC79C}" type="parTrans" cxnId="{66F47F18-C229-4765-8551-C5AF13C7A1CD}">
      <dgm:prSet/>
      <dgm:spPr/>
      <dgm:t>
        <a:bodyPr/>
        <a:lstStyle/>
        <a:p>
          <a:endParaRPr lang="en-US"/>
        </a:p>
      </dgm:t>
    </dgm:pt>
    <dgm:pt modelId="{57905104-2CBB-4934-A332-9F4D154883BE}" type="sibTrans" cxnId="{66F47F18-C229-4765-8551-C5AF13C7A1CD}">
      <dgm:prSet/>
      <dgm:spPr/>
      <dgm:t>
        <a:bodyPr/>
        <a:lstStyle/>
        <a:p>
          <a:endParaRPr lang="en-US"/>
        </a:p>
      </dgm:t>
    </dgm:pt>
    <dgm:pt modelId="{32BC25EC-25A5-424B-9692-2D146F1775C6}">
      <dgm:prSet/>
      <dgm:spPr/>
      <dgm:t>
        <a:bodyPr/>
        <a:lstStyle/>
        <a:p>
          <a:r>
            <a:rPr lang="en-US"/>
            <a:t>I will remove NAs</a:t>
          </a:r>
        </a:p>
      </dgm:t>
    </dgm:pt>
    <dgm:pt modelId="{009F1443-72DB-4840-B21A-1834589C708C}" type="parTrans" cxnId="{0E7D2CA5-D46C-4EAD-8E2F-153A6FE1848B}">
      <dgm:prSet/>
      <dgm:spPr/>
      <dgm:t>
        <a:bodyPr/>
        <a:lstStyle/>
        <a:p>
          <a:endParaRPr lang="en-US"/>
        </a:p>
      </dgm:t>
    </dgm:pt>
    <dgm:pt modelId="{7FD635CD-4D6A-47CF-BFB2-37CA52DE8E00}" type="sibTrans" cxnId="{0E7D2CA5-D46C-4EAD-8E2F-153A6FE1848B}">
      <dgm:prSet/>
      <dgm:spPr/>
      <dgm:t>
        <a:bodyPr/>
        <a:lstStyle/>
        <a:p>
          <a:endParaRPr lang="en-US"/>
        </a:p>
      </dgm:t>
    </dgm:pt>
    <dgm:pt modelId="{C5A4D15B-B285-4681-B68D-A355E4295F9C}">
      <dgm:prSet/>
      <dgm:spPr/>
      <dgm:t>
        <a:bodyPr/>
        <a:lstStyle/>
        <a:p>
          <a:r>
            <a:rPr lang="en-US"/>
            <a:t>Then plot the data before moving further</a:t>
          </a:r>
        </a:p>
      </dgm:t>
    </dgm:pt>
    <dgm:pt modelId="{D1F2A4F3-780C-451D-9CC6-6C98AB72ADF9}" type="parTrans" cxnId="{17449AD0-A903-410E-BC93-EE3544544D84}">
      <dgm:prSet/>
      <dgm:spPr/>
      <dgm:t>
        <a:bodyPr/>
        <a:lstStyle/>
        <a:p>
          <a:endParaRPr lang="en-US"/>
        </a:p>
      </dgm:t>
    </dgm:pt>
    <dgm:pt modelId="{090730F5-C5AF-498E-A577-BE3CC828CCF8}" type="sibTrans" cxnId="{17449AD0-A903-410E-BC93-EE3544544D84}">
      <dgm:prSet/>
      <dgm:spPr/>
      <dgm:t>
        <a:bodyPr/>
        <a:lstStyle/>
        <a:p>
          <a:endParaRPr lang="en-US"/>
        </a:p>
      </dgm:t>
    </dgm:pt>
    <dgm:pt modelId="{E31D203F-C4B9-3048-A2E5-E86192EB65B2}" type="pres">
      <dgm:prSet presAssocID="{9BDFC5CF-002B-49BF-A305-7A2B7A493E2B}" presName="vert0" presStyleCnt="0">
        <dgm:presLayoutVars>
          <dgm:dir/>
          <dgm:animOne val="branch"/>
          <dgm:animLvl val="lvl"/>
        </dgm:presLayoutVars>
      </dgm:prSet>
      <dgm:spPr/>
    </dgm:pt>
    <dgm:pt modelId="{08C79ADC-DBAA-DE4E-B9CE-9C7F3260C25B}" type="pres">
      <dgm:prSet presAssocID="{28F3D075-7161-4424-9188-A852C7467441}" presName="thickLine" presStyleLbl="alignNode1" presStyleIdx="0" presStyleCnt="4"/>
      <dgm:spPr/>
    </dgm:pt>
    <dgm:pt modelId="{6B00F5D0-923A-904F-A33E-3631EAF40E2A}" type="pres">
      <dgm:prSet presAssocID="{28F3D075-7161-4424-9188-A852C7467441}" presName="horz1" presStyleCnt="0"/>
      <dgm:spPr/>
    </dgm:pt>
    <dgm:pt modelId="{70CDF9CF-6FAC-2541-A022-4FD503E937F9}" type="pres">
      <dgm:prSet presAssocID="{28F3D075-7161-4424-9188-A852C7467441}" presName="tx1" presStyleLbl="revTx" presStyleIdx="0" presStyleCnt="4"/>
      <dgm:spPr/>
    </dgm:pt>
    <dgm:pt modelId="{449A8A35-EA32-2A47-941A-BCB8F0C06327}" type="pres">
      <dgm:prSet presAssocID="{28F3D075-7161-4424-9188-A852C7467441}" presName="vert1" presStyleCnt="0"/>
      <dgm:spPr/>
    </dgm:pt>
    <dgm:pt modelId="{1E97296A-57EB-D943-83EC-552507DC142A}" type="pres">
      <dgm:prSet presAssocID="{519453D2-FD8C-4333-B26F-367FD1BB892A}" presName="thickLine" presStyleLbl="alignNode1" presStyleIdx="1" presStyleCnt="4"/>
      <dgm:spPr/>
    </dgm:pt>
    <dgm:pt modelId="{3B42101E-91B8-6442-9A3F-2B16BB113961}" type="pres">
      <dgm:prSet presAssocID="{519453D2-FD8C-4333-B26F-367FD1BB892A}" presName="horz1" presStyleCnt="0"/>
      <dgm:spPr/>
    </dgm:pt>
    <dgm:pt modelId="{085AB33B-F8AD-F441-B50A-96C0DC6F32D4}" type="pres">
      <dgm:prSet presAssocID="{519453D2-FD8C-4333-B26F-367FD1BB892A}" presName="tx1" presStyleLbl="revTx" presStyleIdx="1" presStyleCnt="4"/>
      <dgm:spPr/>
    </dgm:pt>
    <dgm:pt modelId="{EABF008F-CFFC-A44E-B57D-1820DD0CC3AD}" type="pres">
      <dgm:prSet presAssocID="{519453D2-FD8C-4333-B26F-367FD1BB892A}" presName="vert1" presStyleCnt="0"/>
      <dgm:spPr/>
    </dgm:pt>
    <dgm:pt modelId="{CC8101DE-E683-7948-8B47-8B6801F1145F}" type="pres">
      <dgm:prSet presAssocID="{32BC25EC-25A5-424B-9692-2D146F1775C6}" presName="thickLine" presStyleLbl="alignNode1" presStyleIdx="2" presStyleCnt="4"/>
      <dgm:spPr/>
    </dgm:pt>
    <dgm:pt modelId="{6C206CE7-5EF9-3B48-90EF-D89F7A120765}" type="pres">
      <dgm:prSet presAssocID="{32BC25EC-25A5-424B-9692-2D146F1775C6}" presName="horz1" presStyleCnt="0"/>
      <dgm:spPr/>
    </dgm:pt>
    <dgm:pt modelId="{C4F7EE3B-55EA-DD4F-BA4E-F405178A09BF}" type="pres">
      <dgm:prSet presAssocID="{32BC25EC-25A5-424B-9692-2D146F1775C6}" presName="tx1" presStyleLbl="revTx" presStyleIdx="2" presStyleCnt="4"/>
      <dgm:spPr/>
    </dgm:pt>
    <dgm:pt modelId="{1C375495-8920-8C43-95AB-6A09D63988EA}" type="pres">
      <dgm:prSet presAssocID="{32BC25EC-25A5-424B-9692-2D146F1775C6}" presName="vert1" presStyleCnt="0"/>
      <dgm:spPr/>
    </dgm:pt>
    <dgm:pt modelId="{B8F51F97-AF07-D54E-A849-5471FCEEBD90}" type="pres">
      <dgm:prSet presAssocID="{C5A4D15B-B285-4681-B68D-A355E4295F9C}" presName="thickLine" presStyleLbl="alignNode1" presStyleIdx="3" presStyleCnt="4"/>
      <dgm:spPr/>
    </dgm:pt>
    <dgm:pt modelId="{734B6765-DBCA-EB4C-AB62-E73EBB211403}" type="pres">
      <dgm:prSet presAssocID="{C5A4D15B-B285-4681-B68D-A355E4295F9C}" presName="horz1" presStyleCnt="0"/>
      <dgm:spPr/>
    </dgm:pt>
    <dgm:pt modelId="{B04A515A-D172-F145-A233-4E1AB5380000}" type="pres">
      <dgm:prSet presAssocID="{C5A4D15B-B285-4681-B68D-A355E4295F9C}" presName="tx1" presStyleLbl="revTx" presStyleIdx="3" presStyleCnt="4"/>
      <dgm:spPr/>
    </dgm:pt>
    <dgm:pt modelId="{896F3F69-C804-C84D-9699-B054201390C3}" type="pres">
      <dgm:prSet presAssocID="{C5A4D15B-B285-4681-B68D-A355E4295F9C}" presName="vert1" presStyleCnt="0"/>
      <dgm:spPr/>
    </dgm:pt>
  </dgm:ptLst>
  <dgm:cxnLst>
    <dgm:cxn modelId="{66F47F18-C229-4765-8551-C5AF13C7A1CD}" srcId="{9BDFC5CF-002B-49BF-A305-7A2B7A493E2B}" destId="{519453D2-FD8C-4333-B26F-367FD1BB892A}" srcOrd="1" destOrd="0" parTransId="{5CE2C070-6180-4654-B1E9-0481987FC79C}" sibTransId="{57905104-2CBB-4934-A332-9F4D154883BE}"/>
    <dgm:cxn modelId="{9BD8D328-DC71-43D2-8CD8-CC81EFEF47AD}" srcId="{9BDFC5CF-002B-49BF-A305-7A2B7A493E2B}" destId="{28F3D075-7161-4424-9188-A852C7467441}" srcOrd="0" destOrd="0" parTransId="{7553AAB7-FAB9-47DC-9DAA-9A5AAA89B11C}" sibTransId="{0E8D56FC-2C99-4A83-9757-84AB45940CD0}"/>
    <dgm:cxn modelId="{96B59B2A-6810-074A-9D2F-6361F2895F33}" type="presOf" srcId="{519453D2-FD8C-4333-B26F-367FD1BB892A}" destId="{085AB33B-F8AD-F441-B50A-96C0DC6F32D4}" srcOrd="0" destOrd="0" presId="urn:microsoft.com/office/officeart/2008/layout/LinedList"/>
    <dgm:cxn modelId="{13200C81-1DCA-D548-85F6-EE80A3FB6021}" type="presOf" srcId="{28F3D075-7161-4424-9188-A852C7467441}" destId="{70CDF9CF-6FAC-2541-A022-4FD503E937F9}" srcOrd="0" destOrd="0" presId="urn:microsoft.com/office/officeart/2008/layout/LinedList"/>
    <dgm:cxn modelId="{98F8DC9E-4761-BC47-AAFB-E6874B98EF9C}" type="presOf" srcId="{9BDFC5CF-002B-49BF-A305-7A2B7A493E2B}" destId="{E31D203F-C4B9-3048-A2E5-E86192EB65B2}" srcOrd="0" destOrd="0" presId="urn:microsoft.com/office/officeart/2008/layout/LinedList"/>
    <dgm:cxn modelId="{0E7D2CA5-D46C-4EAD-8E2F-153A6FE1848B}" srcId="{9BDFC5CF-002B-49BF-A305-7A2B7A493E2B}" destId="{32BC25EC-25A5-424B-9692-2D146F1775C6}" srcOrd="2" destOrd="0" parTransId="{009F1443-72DB-4840-B21A-1834589C708C}" sibTransId="{7FD635CD-4D6A-47CF-BFB2-37CA52DE8E00}"/>
    <dgm:cxn modelId="{183263AA-16B9-AE4A-8CCA-6489861E768F}" type="presOf" srcId="{32BC25EC-25A5-424B-9692-2D146F1775C6}" destId="{C4F7EE3B-55EA-DD4F-BA4E-F405178A09BF}" srcOrd="0" destOrd="0" presId="urn:microsoft.com/office/officeart/2008/layout/LinedList"/>
    <dgm:cxn modelId="{17449AD0-A903-410E-BC93-EE3544544D84}" srcId="{9BDFC5CF-002B-49BF-A305-7A2B7A493E2B}" destId="{C5A4D15B-B285-4681-B68D-A355E4295F9C}" srcOrd="3" destOrd="0" parTransId="{D1F2A4F3-780C-451D-9CC6-6C98AB72ADF9}" sibTransId="{090730F5-C5AF-498E-A577-BE3CC828CCF8}"/>
    <dgm:cxn modelId="{821967D4-043D-BA4A-A0B2-69026861C123}" type="presOf" srcId="{C5A4D15B-B285-4681-B68D-A355E4295F9C}" destId="{B04A515A-D172-F145-A233-4E1AB5380000}" srcOrd="0" destOrd="0" presId="urn:microsoft.com/office/officeart/2008/layout/LinedList"/>
    <dgm:cxn modelId="{F88FDD3A-7C8C-0B40-9A0A-65A9CC73E254}" type="presParOf" srcId="{E31D203F-C4B9-3048-A2E5-E86192EB65B2}" destId="{08C79ADC-DBAA-DE4E-B9CE-9C7F3260C25B}" srcOrd="0" destOrd="0" presId="urn:microsoft.com/office/officeart/2008/layout/LinedList"/>
    <dgm:cxn modelId="{3ADC659F-8475-F349-BC7D-04C99F62139F}" type="presParOf" srcId="{E31D203F-C4B9-3048-A2E5-E86192EB65B2}" destId="{6B00F5D0-923A-904F-A33E-3631EAF40E2A}" srcOrd="1" destOrd="0" presId="urn:microsoft.com/office/officeart/2008/layout/LinedList"/>
    <dgm:cxn modelId="{FE6E6231-7D19-2C45-B624-CB3DF677E701}" type="presParOf" srcId="{6B00F5D0-923A-904F-A33E-3631EAF40E2A}" destId="{70CDF9CF-6FAC-2541-A022-4FD503E937F9}" srcOrd="0" destOrd="0" presId="urn:microsoft.com/office/officeart/2008/layout/LinedList"/>
    <dgm:cxn modelId="{2FCFAA6E-6602-7444-97BE-E37266830906}" type="presParOf" srcId="{6B00F5D0-923A-904F-A33E-3631EAF40E2A}" destId="{449A8A35-EA32-2A47-941A-BCB8F0C06327}" srcOrd="1" destOrd="0" presId="urn:microsoft.com/office/officeart/2008/layout/LinedList"/>
    <dgm:cxn modelId="{D8360050-AEA5-F641-BDD0-FBC9216674B0}" type="presParOf" srcId="{E31D203F-C4B9-3048-A2E5-E86192EB65B2}" destId="{1E97296A-57EB-D943-83EC-552507DC142A}" srcOrd="2" destOrd="0" presId="urn:microsoft.com/office/officeart/2008/layout/LinedList"/>
    <dgm:cxn modelId="{64B0D562-6E60-E141-BA32-1F4EF65DD857}" type="presParOf" srcId="{E31D203F-C4B9-3048-A2E5-E86192EB65B2}" destId="{3B42101E-91B8-6442-9A3F-2B16BB113961}" srcOrd="3" destOrd="0" presId="urn:microsoft.com/office/officeart/2008/layout/LinedList"/>
    <dgm:cxn modelId="{DFE13B07-0578-3B40-8F6B-CA05B04B10F1}" type="presParOf" srcId="{3B42101E-91B8-6442-9A3F-2B16BB113961}" destId="{085AB33B-F8AD-F441-B50A-96C0DC6F32D4}" srcOrd="0" destOrd="0" presId="urn:microsoft.com/office/officeart/2008/layout/LinedList"/>
    <dgm:cxn modelId="{2C52692A-73D3-C74A-8C7D-8D4A1D207244}" type="presParOf" srcId="{3B42101E-91B8-6442-9A3F-2B16BB113961}" destId="{EABF008F-CFFC-A44E-B57D-1820DD0CC3AD}" srcOrd="1" destOrd="0" presId="urn:microsoft.com/office/officeart/2008/layout/LinedList"/>
    <dgm:cxn modelId="{E1188C59-25CF-2F47-AC74-8BA2750737E8}" type="presParOf" srcId="{E31D203F-C4B9-3048-A2E5-E86192EB65B2}" destId="{CC8101DE-E683-7948-8B47-8B6801F1145F}" srcOrd="4" destOrd="0" presId="urn:microsoft.com/office/officeart/2008/layout/LinedList"/>
    <dgm:cxn modelId="{C2B32D87-80F5-E747-AD1F-E7508D596D1D}" type="presParOf" srcId="{E31D203F-C4B9-3048-A2E5-E86192EB65B2}" destId="{6C206CE7-5EF9-3B48-90EF-D89F7A120765}" srcOrd="5" destOrd="0" presId="urn:microsoft.com/office/officeart/2008/layout/LinedList"/>
    <dgm:cxn modelId="{98850F9D-8643-1F46-8A57-5362A93536AE}" type="presParOf" srcId="{6C206CE7-5EF9-3B48-90EF-D89F7A120765}" destId="{C4F7EE3B-55EA-DD4F-BA4E-F405178A09BF}" srcOrd="0" destOrd="0" presId="urn:microsoft.com/office/officeart/2008/layout/LinedList"/>
    <dgm:cxn modelId="{9D8C4579-946C-6746-AD37-67327711926C}" type="presParOf" srcId="{6C206CE7-5EF9-3B48-90EF-D89F7A120765}" destId="{1C375495-8920-8C43-95AB-6A09D63988EA}" srcOrd="1" destOrd="0" presId="urn:microsoft.com/office/officeart/2008/layout/LinedList"/>
    <dgm:cxn modelId="{442742CB-66CB-7141-AE4E-B1F522EB6226}" type="presParOf" srcId="{E31D203F-C4B9-3048-A2E5-E86192EB65B2}" destId="{B8F51F97-AF07-D54E-A849-5471FCEEBD90}" srcOrd="6" destOrd="0" presId="urn:microsoft.com/office/officeart/2008/layout/LinedList"/>
    <dgm:cxn modelId="{1A04644B-C0F5-9242-A118-1C44F6F970C9}" type="presParOf" srcId="{E31D203F-C4B9-3048-A2E5-E86192EB65B2}" destId="{734B6765-DBCA-EB4C-AB62-E73EBB211403}" srcOrd="7" destOrd="0" presId="urn:microsoft.com/office/officeart/2008/layout/LinedList"/>
    <dgm:cxn modelId="{6FDABEAB-B10D-7340-973D-CA0BF993A51C}" type="presParOf" srcId="{734B6765-DBCA-EB4C-AB62-E73EBB211403}" destId="{B04A515A-D172-F145-A233-4E1AB5380000}" srcOrd="0" destOrd="0" presId="urn:microsoft.com/office/officeart/2008/layout/LinedList"/>
    <dgm:cxn modelId="{42B2E0E0-BA04-0641-990A-075BB8F086F8}" type="presParOf" srcId="{734B6765-DBCA-EB4C-AB62-E73EBB211403}" destId="{896F3F69-C804-C84D-9699-B054201390C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A8CD6C-4BA2-4718-B2AB-F22467E5B904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CCFAA8F-A088-4778-94B9-DE7501182D4A}">
      <dgm:prSet/>
      <dgm:spPr/>
      <dgm:t>
        <a:bodyPr/>
        <a:lstStyle/>
        <a:p>
          <a:r>
            <a:rPr lang="en-US" dirty="0">
              <a:highlight>
                <a:srgbClr val="00FFFF"/>
              </a:highlight>
            </a:rPr>
            <a:t>A negative correlation between meat consumption and the number of children in the family</a:t>
          </a:r>
        </a:p>
      </dgm:t>
    </dgm:pt>
    <dgm:pt modelId="{D02FF541-3BC2-4A84-9B8B-53997E8C7748}" type="parTrans" cxnId="{4B542EBD-621F-4247-8300-5CAAA36D6EA8}">
      <dgm:prSet/>
      <dgm:spPr/>
      <dgm:t>
        <a:bodyPr/>
        <a:lstStyle/>
        <a:p>
          <a:endParaRPr lang="en-US"/>
        </a:p>
      </dgm:t>
    </dgm:pt>
    <dgm:pt modelId="{3BA397F8-EA93-4EA4-A11F-0C92B6D02086}" type="sibTrans" cxnId="{4B542EBD-621F-4247-8300-5CAAA36D6EA8}">
      <dgm:prSet/>
      <dgm:spPr/>
      <dgm:t>
        <a:bodyPr/>
        <a:lstStyle/>
        <a:p>
          <a:endParaRPr lang="en-US"/>
        </a:p>
      </dgm:t>
    </dgm:pt>
    <dgm:pt modelId="{3FD33E46-0344-4458-B237-B64762F41D2C}">
      <dgm:prSet/>
      <dgm:spPr/>
      <dgm:t>
        <a:bodyPr/>
        <a:lstStyle/>
        <a:p>
          <a:r>
            <a:rPr lang="en-US"/>
            <a:t>A positive correlation between meat consumption and income level </a:t>
          </a:r>
        </a:p>
      </dgm:t>
    </dgm:pt>
    <dgm:pt modelId="{6DF47110-5241-4507-9D03-578CEE52CA5E}" type="parTrans" cxnId="{6EE2BF95-A18A-4580-8F0A-72C33C370D80}">
      <dgm:prSet/>
      <dgm:spPr/>
      <dgm:t>
        <a:bodyPr/>
        <a:lstStyle/>
        <a:p>
          <a:endParaRPr lang="en-US"/>
        </a:p>
      </dgm:t>
    </dgm:pt>
    <dgm:pt modelId="{A426B9B2-86BB-4C60-A4D9-A13CC3A59980}" type="sibTrans" cxnId="{6EE2BF95-A18A-4580-8F0A-72C33C370D80}">
      <dgm:prSet/>
      <dgm:spPr/>
      <dgm:t>
        <a:bodyPr/>
        <a:lstStyle/>
        <a:p>
          <a:endParaRPr lang="en-US"/>
        </a:p>
      </dgm:t>
    </dgm:pt>
    <dgm:pt modelId="{677CCB70-0B53-4362-9009-3EEA7778DEE5}">
      <dgm:prSet/>
      <dgm:spPr/>
      <dgm:t>
        <a:bodyPr/>
        <a:lstStyle/>
        <a:p>
          <a:r>
            <a:rPr lang="en-US"/>
            <a:t>A positive correlation between meat consumption and spending level</a:t>
          </a:r>
        </a:p>
      </dgm:t>
    </dgm:pt>
    <dgm:pt modelId="{37B00753-CBFA-48C1-9686-B296BD2A44C2}" type="parTrans" cxnId="{1B6F3ABE-7ACE-4A18-BC64-90D17011E1FA}">
      <dgm:prSet/>
      <dgm:spPr/>
      <dgm:t>
        <a:bodyPr/>
        <a:lstStyle/>
        <a:p>
          <a:endParaRPr lang="en-US"/>
        </a:p>
      </dgm:t>
    </dgm:pt>
    <dgm:pt modelId="{A43BE5DC-40CC-41E1-BE4B-D6D303F4968C}" type="sibTrans" cxnId="{1B6F3ABE-7ACE-4A18-BC64-90D17011E1FA}">
      <dgm:prSet/>
      <dgm:spPr/>
      <dgm:t>
        <a:bodyPr/>
        <a:lstStyle/>
        <a:p>
          <a:endParaRPr lang="en-US"/>
        </a:p>
      </dgm:t>
    </dgm:pt>
    <dgm:pt modelId="{30F08A1C-76DD-7E46-B39C-4D1C96E581A4}" type="pres">
      <dgm:prSet presAssocID="{4EA8CD6C-4BA2-4718-B2AB-F22467E5B904}" presName="vert0" presStyleCnt="0">
        <dgm:presLayoutVars>
          <dgm:dir/>
          <dgm:animOne val="branch"/>
          <dgm:animLvl val="lvl"/>
        </dgm:presLayoutVars>
      </dgm:prSet>
      <dgm:spPr/>
    </dgm:pt>
    <dgm:pt modelId="{D5B524EA-9AEC-7D4F-BB00-0FF6AE512630}" type="pres">
      <dgm:prSet presAssocID="{9CCFAA8F-A088-4778-94B9-DE7501182D4A}" presName="thickLine" presStyleLbl="alignNode1" presStyleIdx="0" presStyleCnt="3"/>
      <dgm:spPr/>
    </dgm:pt>
    <dgm:pt modelId="{A5939E03-A7EA-5A47-9C29-FB0F718258EA}" type="pres">
      <dgm:prSet presAssocID="{9CCFAA8F-A088-4778-94B9-DE7501182D4A}" presName="horz1" presStyleCnt="0"/>
      <dgm:spPr/>
    </dgm:pt>
    <dgm:pt modelId="{B59C911F-F1EF-1446-B456-D91FFC2602BB}" type="pres">
      <dgm:prSet presAssocID="{9CCFAA8F-A088-4778-94B9-DE7501182D4A}" presName="tx1" presStyleLbl="revTx" presStyleIdx="0" presStyleCnt="3"/>
      <dgm:spPr/>
    </dgm:pt>
    <dgm:pt modelId="{88214F5A-A4D8-6A42-9B45-22FEFB874D70}" type="pres">
      <dgm:prSet presAssocID="{9CCFAA8F-A088-4778-94B9-DE7501182D4A}" presName="vert1" presStyleCnt="0"/>
      <dgm:spPr/>
    </dgm:pt>
    <dgm:pt modelId="{1644BD89-744C-1A4D-B52B-DB7FBDCF0582}" type="pres">
      <dgm:prSet presAssocID="{3FD33E46-0344-4458-B237-B64762F41D2C}" presName="thickLine" presStyleLbl="alignNode1" presStyleIdx="1" presStyleCnt="3"/>
      <dgm:spPr/>
    </dgm:pt>
    <dgm:pt modelId="{A7B36074-EDF1-DF46-9821-A95D20F4DA69}" type="pres">
      <dgm:prSet presAssocID="{3FD33E46-0344-4458-B237-B64762F41D2C}" presName="horz1" presStyleCnt="0"/>
      <dgm:spPr/>
    </dgm:pt>
    <dgm:pt modelId="{337B175A-9E36-164C-A064-ABAA91C721F8}" type="pres">
      <dgm:prSet presAssocID="{3FD33E46-0344-4458-B237-B64762F41D2C}" presName="tx1" presStyleLbl="revTx" presStyleIdx="1" presStyleCnt="3"/>
      <dgm:spPr/>
    </dgm:pt>
    <dgm:pt modelId="{A19DB1F8-5FDF-184E-B855-6FB89D193819}" type="pres">
      <dgm:prSet presAssocID="{3FD33E46-0344-4458-B237-B64762F41D2C}" presName="vert1" presStyleCnt="0"/>
      <dgm:spPr/>
    </dgm:pt>
    <dgm:pt modelId="{905FC9E6-4AF2-0F4D-BD17-B7B6DE841AAE}" type="pres">
      <dgm:prSet presAssocID="{677CCB70-0B53-4362-9009-3EEA7778DEE5}" presName="thickLine" presStyleLbl="alignNode1" presStyleIdx="2" presStyleCnt="3"/>
      <dgm:spPr/>
    </dgm:pt>
    <dgm:pt modelId="{DCA4CA7C-F4CA-3E47-A2E3-8839783D5C7A}" type="pres">
      <dgm:prSet presAssocID="{677CCB70-0B53-4362-9009-3EEA7778DEE5}" presName="horz1" presStyleCnt="0"/>
      <dgm:spPr/>
    </dgm:pt>
    <dgm:pt modelId="{323CC7D7-9A68-594D-8A71-E6ED0006F932}" type="pres">
      <dgm:prSet presAssocID="{677CCB70-0B53-4362-9009-3EEA7778DEE5}" presName="tx1" presStyleLbl="revTx" presStyleIdx="2" presStyleCnt="3"/>
      <dgm:spPr/>
    </dgm:pt>
    <dgm:pt modelId="{5C792BED-79EE-8D45-A609-13253DAEF216}" type="pres">
      <dgm:prSet presAssocID="{677CCB70-0B53-4362-9009-3EEA7778DEE5}" presName="vert1" presStyleCnt="0"/>
      <dgm:spPr/>
    </dgm:pt>
  </dgm:ptLst>
  <dgm:cxnLst>
    <dgm:cxn modelId="{4496144F-4832-1B44-8CCC-528DD2E573A4}" type="presOf" srcId="{4EA8CD6C-4BA2-4718-B2AB-F22467E5B904}" destId="{30F08A1C-76DD-7E46-B39C-4D1C96E581A4}" srcOrd="0" destOrd="0" presId="urn:microsoft.com/office/officeart/2008/layout/LinedList"/>
    <dgm:cxn modelId="{E62BA956-450C-2746-99D6-914FF7206EDD}" type="presOf" srcId="{9CCFAA8F-A088-4778-94B9-DE7501182D4A}" destId="{B59C911F-F1EF-1446-B456-D91FFC2602BB}" srcOrd="0" destOrd="0" presId="urn:microsoft.com/office/officeart/2008/layout/LinedList"/>
    <dgm:cxn modelId="{64BFDD80-E29A-9C42-B9D4-54D4F80B5BD2}" type="presOf" srcId="{3FD33E46-0344-4458-B237-B64762F41D2C}" destId="{337B175A-9E36-164C-A064-ABAA91C721F8}" srcOrd="0" destOrd="0" presId="urn:microsoft.com/office/officeart/2008/layout/LinedList"/>
    <dgm:cxn modelId="{AF4FEC80-E360-7642-A84C-AE5A3139E8DA}" type="presOf" srcId="{677CCB70-0B53-4362-9009-3EEA7778DEE5}" destId="{323CC7D7-9A68-594D-8A71-E6ED0006F932}" srcOrd="0" destOrd="0" presId="urn:microsoft.com/office/officeart/2008/layout/LinedList"/>
    <dgm:cxn modelId="{6EE2BF95-A18A-4580-8F0A-72C33C370D80}" srcId="{4EA8CD6C-4BA2-4718-B2AB-F22467E5B904}" destId="{3FD33E46-0344-4458-B237-B64762F41D2C}" srcOrd="1" destOrd="0" parTransId="{6DF47110-5241-4507-9D03-578CEE52CA5E}" sibTransId="{A426B9B2-86BB-4C60-A4D9-A13CC3A59980}"/>
    <dgm:cxn modelId="{4B542EBD-621F-4247-8300-5CAAA36D6EA8}" srcId="{4EA8CD6C-4BA2-4718-B2AB-F22467E5B904}" destId="{9CCFAA8F-A088-4778-94B9-DE7501182D4A}" srcOrd="0" destOrd="0" parTransId="{D02FF541-3BC2-4A84-9B8B-53997E8C7748}" sibTransId="{3BA397F8-EA93-4EA4-A11F-0C92B6D02086}"/>
    <dgm:cxn modelId="{1B6F3ABE-7ACE-4A18-BC64-90D17011E1FA}" srcId="{4EA8CD6C-4BA2-4718-B2AB-F22467E5B904}" destId="{677CCB70-0B53-4362-9009-3EEA7778DEE5}" srcOrd="2" destOrd="0" parTransId="{37B00753-CBFA-48C1-9686-B296BD2A44C2}" sibTransId="{A43BE5DC-40CC-41E1-BE4B-D6D303F4968C}"/>
    <dgm:cxn modelId="{C0C9D238-7B01-AB4D-A8C8-13090AD71E7C}" type="presParOf" srcId="{30F08A1C-76DD-7E46-B39C-4D1C96E581A4}" destId="{D5B524EA-9AEC-7D4F-BB00-0FF6AE512630}" srcOrd="0" destOrd="0" presId="urn:microsoft.com/office/officeart/2008/layout/LinedList"/>
    <dgm:cxn modelId="{4DC1FA33-2EF5-094F-8A15-16517A72BD5C}" type="presParOf" srcId="{30F08A1C-76DD-7E46-B39C-4D1C96E581A4}" destId="{A5939E03-A7EA-5A47-9C29-FB0F718258EA}" srcOrd="1" destOrd="0" presId="urn:microsoft.com/office/officeart/2008/layout/LinedList"/>
    <dgm:cxn modelId="{95FBF4AE-2849-F343-88B7-126A3E320CE3}" type="presParOf" srcId="{A5939E03-A7EA-5A47-9C29-FB0F718258EA}" destId="{B59C911F-F1EF-1446-B456-D91FFC2602BB}" srcOrd="0" destOrd="0" presId="urn:microsoft.com/office/officeart/2008/layout/LinedList"/>
    <dgm:cxn modelId="{F63CF7E8-9586-894F-A65A-7B6025231541}" type="presParOf" srcId="{A5939E03-A7EA-5A47-9C29-FB0F718258EA}" destId="{88214F5A-A4D8-6A42-9B45-22FEFB874D70}" srcOrd="1" destOrd="0" presId="urn:microsoft.com/office/officeart/2008/layout/LinedList"/>
    <dgm:cxn modelId="{FD4AC0CB-6EBB-424F-9C73-6FDE3F4ABCF3}" type="presParOf" srcId="{30F08A1C-76DD-7E46-B39C-4D1C96E581A4}" destId="{1644BD89-744C-1A4D-B52B-DB7FBDCF0582}" srcOrd="2" destOrd="0" presId="urn:microsoft.com/office/officeart/2008/layout/LinedList"/>
    <dgm:cxn modelId="{BB948B74-8CB4-2E42-B561-DA71398534C8}" type="presParOf" srcId="{30F08A1C-76DD-7E46-B39C-4D1C96E581A4}" destId="{A7B36074-EDF1-DF46-9821-A95D20F4DA69}" srcOrd="3" destOrd="0" presId="urn:microsoft.com/office/officeart/2008/layout/LinedList"/>
    <dgm:cxn modelId="{E92DA827-FDD2-BA40-86A3-40F03763B65B}" type="presParOf" srcId="{A7B36074-EDF1-DF46-9821-A95D20F4DA69}" destId="{337B175A-9E36-164C-A064-ABAA91C721F8}" srcOrd="0" destOrd="0" presId="urn:microsoft.com/office/officeart/2008/layout/LinedList"/>
    <dgm:cxn modelId="{A4ECC310-5899-1744-8706-B3F129A23572}" type="presParOf" srcId="{A7B36074-EDF1-DF46-9821-A95D20F4DA69}" destId="{A19DB1F8-5FDF-184E-B855-6FB89D193819}" srcOrd="1" destOrd="0" presId="urn:microsoft.com/office/officeart/2008/layout/LinedList"/>
    <dgm:cxn modelId="{87DD50C5-5A87-F040-9042-E522BAF4C107}" type="presParOf" srcId="{30F08A1C-76DD-7E46-B39C-4D1C96E581A4}" destId="{905FC9E6-4AF2-0F4D-BD17-B7B6DE841AAE}" srcOrd="4" destOrd="0" presId="urn:microsoft.com/office/officeart/2008/layout/LinedList"/>
    <dgm:cxn modelId="{CA23F833-43D0-0240-BA78-1C82E9E27166}" type="presParOf" srcId="{30F08A1C-76DD-7E46-B39C-4D1C96E581A4}" destId="{DCA4CA7C-F4CA-3E47-A2E3-8839783D5C7A}" srcOrd="5" destOrd="0" presId="urn:microsoft.com/office/officeart/2008/layout/LinedList"/>
    <dgm:cxn modelId="{9E138FF8-4FCA-814A-AE18-DBD90839DCD1}" type="presParOf" srcId="{DCA4CA7C-F4CA-3E47-A2E3-8839783D5C7A}" destId="{323CC7D7-9A68-594D-8A71-E6ED0006F932}" srcOrd="0" destOrd="0" presId="urn:microsoft.com/office/officeart/2008/layout/LinedList"/>
    <dgm:cxn modelId="{787DD7DA-775C-4349-A358-8647FF2AE198}" type="presParOf" srcId="{DCA4CA7C-F4CA-3E47-A2E3-8839783D5C7A}" destId="{5C792BED-79EE-8D45-A609-13253DAEF21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5B85685-1BD3-4BD2-8EE1-8F1E5A4B7CC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0E2A9F1-EEED-4CAE-A9BC-A3EFDC275ABE}">
      <dgm:prSet/>
      <dgm:spPr/>
      <dgm:t>
        <a:bodyPr/>
        <a:lstStyle/>
        <a:p>
          <a:r>
            <a:rPr lang="en-US"/>
            <a:t>There is no evidence for a strong relationship between meat consumption and customers’ education level or marital status</a:t>
          </a:r>
        </a:p>
      </dgm:t>
    </dgm:pt>
    <dgm:pt modelId="{7E18E369-E14E-49B8-8793-19C68E9452A3}" type="parTrans" cxnId="{5E063535-DA7D-40F6-9AA0-3647278C20B7}">
      <dgm:prSet/>
      <dgm:spPr/>
      <dgm:t>
        <a:bodyPr/>
        <a:lstStyle/>
        <a:p>
          <a:endParaRPr lang="en-US"/>
        </a:p>
      </dgm:t>
    </dgm:pt>
    <dgm:pt modelId="{E616E65C-94A0-40DA-84BC-57843672B9FF}" type="sibTrans" cxnId="{5E063535-DA7D-40F6-9AA0-3647278C20B7}">
      <dgm:prSet/>
      <dgm:spPr/>
      <dgm:t>
        <a:bodyPr/>
        <a:lstStyle/>
        <a:p>
          <a:endParaRPr lang="en-US"/>
        </a:p>
      </dgm:t>
    </dgm:pt>
    <dgm:pt modelId="{D6B635DE-57A3-4860-8AC0-CF4A1EB6ADDF}">
      <dgm:prSet/>
      <dgm:spPr/>
      <dgm:t>
        <a:bodyPr/>
        <a:lstStyle/>
        <a:p>
          <a:r>
            <a:rPr lang="en-US"/>
            <a:t>As the number of children increases, parents tend to reduce how much red meat they consume at home</a:t>
          </a:r>
        </a:p>
      </dgm:t>
    </dgm:pt>
    <dgm:pt modelId="{01C8F2F3-7D49-48D4-BF25-BB4F65E7E058}" type="parTrans" cxnId="{D4E7ACF5-2E47-43BD-A772-6ACB320CDB56}">
      <dgm:prSet/>
      <dgm:spPr/>
      <dgm:t>
        <a:bodyPr/>
        <a:lstStyle/>
        <a:p>
          <a:endParaRPr lang="en-US"/>
        </a:p>
      </dgm:t>
    </dgm:pt>
    <dgm:pt modelId="{6C5371D9-4FEE-4257-9193-32A609960DE1}" type="sibTrans" cxnId="{D4E7ACF5-2E47-43BD-A772-6ACB320CDB56}">
      <dgm:prSet/>
      <dgm:spPr/>
      <dgm:t>
        <a:bodyPr/>
        <a:lstStyle/>
        <a:p>
          <a:endParaRPr lang="en-US"/>
        </a:p>
      </dgm:t>
    </dgm:pt>
    <dgm:pt modelId="{101C028A-451E-4511-AD01-69CB240E634B}">
      <dgm:prSet/>
      <dgm:spPr/>
      <dgm:t>
        <a:bodyPr/>
        <a:lstStyle/>
        <a:p>
          <a:r>
            <a:rPr lang="en-US"/>
            <a:t>Customers’ income level increases with how much they spend on groceries and how much red meat they buy as well</a:t>
          </a:r>
        </a:p>
      </dgm:t>
    </dgm:pt>
    <dgm:pt modelId="{10A814A5-5620-4749-9C45-244D265692A5}" type="parTrans" cxnId="{932D595C-2FD9-49E3-8DB6-3BA6008B9E15}">
      <dgm:prSet/>
      <dgm:spPr/>
      <dgm:t>
        <a:bodyPr/>
        <a:lstStyle/>
        <a:p>
          <a:endParaRPr lang="en-US"/>
        </a:p>
      </dgm:t>
    </dgm:pt>
    <dgm:pt modelId="{177ACB62-A6D0-4B96-A59A-BFE466501DFD}" type="sibTrans" cxnId="{932D595C-2FD9-49E3-8DB6-3BA6008B9E15}">
      <dgm:prSet/>
      <dgm:spPr/>
      <dgm:t>
        <a:bodyPr/>
        <a:lstStyle/>
        <a:p>
          <a:endParaRPr lang="en-US"/>
        </a:p>
      </dgm:t>
    </dgm:pt>
    <dgm:pt modelId="{4C446265-5B7F-47AF-AA8E-8FB0D35472E3}">
      <dgm:prSet/>
      <dgm:spPr/>
      <dgm:t>
        <a:bodyPr/>
        <a:lstStyle/>
        <a:p>
          <a:r>
            <a:rPr lang="en-US"/>
            <a:t>FYI: indication of a relationship between two variables doesn’t conclude that one is the cause of the other. Because there is no evidence of complete independence between variables.</a:t>
          </a:r>
        </a:p>
      </dgm:t>
    </dgm:pt>
    <dgm:pt modelId="{4EBACA6A-66E1-4DFE-B299-3B234E481E7F}" type="parTrans" cxnId="{B210FA93-0447-4964-A50A-716BF6438FC1}">
      <dgm:prSet/>
      <dgm:spPr/>
      <dgm:t>
        <a:bodyPr/>
        <a:lstStyle/>
        <a:p>
          <a:endParaRPr lang="en-US"/>
        </a:p>
      </dgm:t>
    </dgm:pt>
    <dgm:pt modelId="{E5B6946F-BC33-4318-845E-C028C19F4508}" type="sibTrans" cxnId="{B210FA93-0447-4964-A50A-716BF6438FC1}">
      <dgm:prSet/>
      <dgm:spPr/>
      <dgm:t>
        <a:bodyPr/>
        <a:lstStyle/>
        <a:p>
          <a:endParaRPr lang="en-US"/>
        </a:p>
      </dgm:t>
    </dgm:pt>
    <dgm:pt modelId="{D8DF28AD-0BF6-4E2B-B63A-7B515746F87D}" type="pres">
      <dgm:prSet presAssocID="{A5B85685-1BD3-4BD2-8EE1-8F1E5A4B7CC6}" presName="root" presStyleCnt="0">
        <dgm:presLayoutVars>
          <dgm:dir/>
          <dgm:resizeHandles val="exact"/>
        </dgm:presLayoutVars>
      </dgm:prSet>
      <dgm:spPr/>
    </dgm:pt>
    <dgm:pt modelId="{76701C4E-8BB7-44B4-BE7C-79F75CB8C293}" type="pres">
      <dgm:prSet presAssocID="{D0E2A9F1-EEED-4CAE-A9BC-A3EFDC275ABE}" presName="compNode" presStyleCnt="0"/>
      <dgm:spPr/>
    </dgm:pt>
    <dgm:pt modelId="{8486C93E-D1B5-4952-A85E-36548D16AA83}" type="pres">
      <dgm:prSet presAssocID="{D0E2A9F1-EEED-4CAE-A9BC-A3EFDC275ABE}" presName="bgRect" presStyleLbl="bgShp" presStyleIdx="0" presStyleCnt="4"/>
      <dgm:spPr/>
    </dgm:pt>
    <dgm:pt modelId="{3900B1EE-8A09-43B8-B57C-E599EEE87D5B}" type="pres">
      <dgm:prSet presAssocID="{D0E2A9F1-EEED-4CAE-A9BC-A3EFDC275AB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A1B36947-7A9C-4009-90A7-51FD09ED4264}" type="pres">
      <dgm:prSet presAssocID="{D0E2A9F1-EEED-4CAE-A9BC-A3EFDC275ABE}" presName="spaceRect" presStyleCnt="0"/>
      <dgm:spPr/>
    </dgm:pt>
    <dgm:pt modelId="{51CB0128-7971-4785-9532-041FF24B2331}" type="pres">
      <dgm:prSet presAssocID="{D0E2A9F1-EEED-4CAE-A9BC-A3EFDC275ABE}" presName="parTx" presStyleLbl="revTx" presStyleIdx="0" presStyleCnt="4">
        <dgm:presLayoutVars>
          <dgm:chMax val="0"/>
          <dgm:chPref val="0"/>
        </dgm:presLayoutVars>
      </dgm:prSet>
      <dgm:spPr/>
    </dgm:pt>
    <dgm:pt modelId="{746074EB-85E6-4AE2-A395-37DA931FB96B}" type="pres">
      <dgm:prSet presAssocID="{E616E65C-94A0-40DA-84BC-57843672B9FF}" presName="sibTrans" presStyleCnt="0"/>
      <dgm:spPr/>
    </dgm:pt>
    <dgm:pt modelId="{41E0A484-2708-4C59-93ED-1393668DABA3}" type="pres">
      <dgm:prSet presAssocID="{D6B635DE-57A3-4860-8AC0-CF4A1EB6ADDF}" presName="compNode" presStyleCnt="0"/>
      <dgm:spPr/>
    </dgm:pt>
    <dgm:pt modelId="{E560D12F-2218-4D15-BB8A-2DF0195CECB5}" type="pres">
      <dgm:prSet presAssocID="{D6B635DE-57A3-4860-8AC0-CF4A1EB6ADDF}" presName="bgRect" presStyleLbl="bgShp" presStyleIdx="1" presStyleCnt="4"/>
      <dgm:spPr/>
    </dgm:pt>
    <dgm:pt modelId="{AE5E9849-AE75-4FD2-8C70-8D94B3CD684A}" type="pres">
      <dgm:prSet presAssocID="{D6B635DE-57A3-4860-8AC0-CF4A1EB6ADD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w"/>
        </a:ext>
      </dgm:extLst>
    </dgm:pt>
    <dgm:pt modelId="{8B87A419-3F92-48FA-B754-31C62CF4CBA9}" type="pres">
      <dgm:prSet presAssocID="{D6B635DE-57A3-4860-8AC0-CF4A1EB6ADDF}" presName="spaceRect" presStyleCnt="0"/>
      <dgm:spPr/>
    </dgm:pt>
    <dgm:pt modelId="{16CD2ADA-2F7B-4888-A40F-BCCB4EB0F4BB}" type="pres">
      <dgm:prSet presAssocID="{D6B635DE-57A3-4860-8AC0-CF4A1EB6ADDF}" presName="parTx" presStyleLbl="revTx" presStyleIdx="1" presStyleCnt="4">
        <dgm:presLayoutVars>
          <dgm:chMax val="0"/>
          <dgm:chPref val="0"/>
        </dgm:presLayoutVars>
      </dgm:prSet>
      <dgm:spPr/>
    </dgm:pt>
    <dgm:pt modelId="{46F78CE0-8E8B-45B5-B525-5447D3887376}" type="pres">
      <dgm:prSet presAssocID="{6C5371D9-4FEE-4257-9193-32A609960DE1}" presName="sibTrans" presStyleCnt="0"/>
      <dgm:spPr/>
    </dgm:pt>
    <dgm:pt modelId="{FC762FD4-0CF2-4561-81D8-2B2FA7F9B49C}" type="pres">
      <dgm:prSet presAssocID="{101C028A-451E-4511-AD01-69CB240E634B}" presName="compNode" presStyleCnt="0"/>
      <dgm:spPr/>
    </dgm:pt>
    <dgm:pt modelId="{8FC6697D-1313-4B9C-ADA5-FF420B34DE97}" type="pres">
      <dgm:prSet presAssocID="{101C028A-451E-4511-AD01-69CB240E634B}" presName="bgRect" presStyleLbl="bgShp" presStyleIdx="2" presStyleCnt="4"/>
      <dgm:spPr/>
    </dgm:pt>
    <dgm:pt modelId="{EEEF4CB5-336E-4AE5-85AD-C97623EC285E}" type="pres">
      <dgm:prSet presAssocID="{101C028A-451E-4511-AD01-69CB240E634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7DB347D1-87FF-429D-A509-C6DBDD7DEC10}" type="pres">
      <dgm:prSet presAssocID="{101C028A-451E-4511-AD01-69CB240E634B}" presName="spaceRect" presStyleCnt="0"/>
      <dgm:spPr/>
    </dgm:pt>
    <dgm:pt modelId="{28EEA112-7807-4EC6-B240-1DF3722875C7}" type="pres">
      <dgm:prSet presAssocID="{101C028A-451E-4511-AD01-69CB240E634B}" presName="parTx" presStyleLbl="revTx" presStyleIdx="2" presStyleCnt="4">
        <dgm:presLayoutVars>
          <dgm:chMax val="0"/>
          <dgm:chPref val="0"/>
        </dgm:presLayoutVars>
      </dgm:prSet>
      <dgm:spPr/>
    </dgm:pt>
    <dgm:pt modelId="{9729884F-CE39-4E6C-A488-ECB82E720099}" type="pres">
      <dgm:prSet presAssocID="{177ACB62-A6D0-4B96-A59A-BFE466501DFD}" presName="sibTrans" presStyleCnt="0"/>
      <dgm:spPr/>
    </dgm:pt>
    <dgm:pt modelId="{6E8EE26B-D73B-4FD1-A930-937B242FF4DB}" type="pres">
      <dgm:prSet presAssocID="{4C446265-5B7F-47AF-AA8E-8FB0D35472E3}" presName="compNode" presStyleCnt="0"/>
      <dgm:spPr/>
    </dgm:pt>
    <dgm:pt modelId="{C7F709A9-228A-408E-A8A2-A94929F3A6F4}" type="pres">
      <dgm:prSet presAssocID="{4C446265-5B7F-47AF-AA8E-8FB0D35472E3}" presName="bgRect" presStyleLbl="bgShp" presStyleIdx="3" presStyleCnt="4"/>
      <dgm:spPr/>
    </dgm:pt>
    <dgm:pt modelId="{F202DE9A-A9EC-49C5-859D-095AFA7553EF}" type="pres">
      <dgm:prSet presAssocID="{4C446265-5B7F-47AF-AA8E-8FB0D35472E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19543C56-476B-4F8F-A15D-B8509B720A92}" type="pres">
      <dgm:prSet presAssocID="{4C446265-5B7F-47AF-AA8E-8FB0D35472E3}" presName="spaceRect" presStyleCnt="0"/>
      <dgm:spPr/>
    </dgm:pt>
    <dgm:pt modelId="{BAF09CC2-0DC0-4008-9593-2937E754ABD3}" type="pres">
      <dgm:prSet presAssocID="{4C446265-5B7F-47AF-AA8E-8FB0D35472E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1F48B00-D885-42F4-9E7B-80428E2BCD64}" type="presOf" srcId="{A5B85685-1BD3-4BD2-8EE1-8F1E5A4B7CC6}" destId="{D8DF28AD-0BF6-4E2B-B63A-7B515746F87D}" srcOrd="0" destOrd="0" presId="urn:microsoft.com/office/officeart/2018/2/layout/IconVerticalSolidList"/>
    <dgm:cxn modelId="{5E063535-DA7D-40F6-9AA0-3647278C20B7}" srcId="{A5B85685-1BD3-4BD2-8EE1-8F1E5A4B7CC6}" destId="{D0E2A9F1-EEED-4CAE-A9BC-A3EFDC275ABE}" srcOrd="0" destOrd="0" parTransId="{7E18E369-E14E-49B8-8793-19C68E9452A3}" sibTransId="{E616E65C-94A0-40DA-84BC-57843672B9FF}"/>
    <dgm:cxn modelId="{932D595C-2FD9-49E3-8DB6-3BA6008B9E15}" srcId="{A5B85685-1BD3-4BD2-8EE1-8F1E5A4B7CC6}" destId="{101C028A-451E-4511-AD01-69CB240E634B}" srcOrd="2" destOrd="0" parTransId="{10A814A5-5620-4749-9C45-244D265692A5}" sibTransId="{177ACB62-A6D0-4B96-A59A-BFE466501DFD}"/>
    <dgm:cxn modelId="{37156B62-80A9-44C0-975F-73F4857C0CAD}" type="presOf" srcId="{D0E2A9F1-EEED-4CAE-A9BC-A3EFDC275ABE}" destId="{51CB0128-7971-4785-9532-041FF24B2331}" srcOrd="0" destOrd="0" presId="urn:microsoft.com/office/officeart/2018/2/layout/IconVerticalSolidList"/>
    <dgm:cxn modelId="{F8200D7A-69AA-4C36-8E28-8FE0A9A16F6D}" type="presOf" srcId="{4C446265-5B7F-47AF-AA8E-8FB0D35472E3}" destId="{BAF09CC2-0DC0-4008-9593-2937E754ABD3}" srcOrd="0" destOrd="0" presId="urn:microsoft.com/office/officeart/2018/2/layout/IconVerticalSolidList"/>
    <dgm:cxn modelId="{C3200D8B-9E5E-4389-959C-A299DD087B5A}" type="presOf" srcId="{D6B635DE-57A3-4860-8AC0-CF4A1EB6ADDF}" destId="{16CD2ADA-2F7B-4888-A40F-BCCB4EB0F4BB}" srcOrd="0" destOrd="0" presId="urn:microsoft.com/office/officeart/2018/2/layout/IconVerticalSolidList"/>
    <dgm:cxn modelId="{B210FA93-0447-4964-A50A-716BF6438FC1}" srcId="{A5B85685-1BD3-4BD2-8EE1-8F1E5A4B7CC6}" destId="{4C446265-5B7F-47AF-AA8E-8FB0D35472E3}" srcOrd="3" destOrd="0" parTransId="{4EBACA6A-66E1-4DFE-B299-3B234E481E7F}" sibTransId="{E5B6946F-BC33-4318-845E-C028C19F4508}"/>
    <dgm:cxn modelId="{D70291E5-D49E-4B09-9FCE-0764B19F2081}" type="presOf" srcId="{101C028A-451E-4511-AD01-69CB240E634B}" destId="{28EEA112-7807-4EC6-B240-1DF3722875C7}" srcOrd="0" destOrd="0" presId="urn:microsoft.com/office/officeart/2018/2/layout/IconVerticalSolidList"/>
    <dgm:cxn modelId="{D4E7ACF5-2E47-43BD-A772-6ACB320CDB56}" srcId="{A5B85685-1BD3-4BD2-8EE1-8F1E5A4B7CC6}" destId="{D6B635DE-57A3-4860-8AC0-CF4A1EB6ADDF}" srcOrd="1" destOrd="0" parTransId="{01C8F2F3-7D49-48D4-BF25-BB4F65E7E058}" sibTransId="{6C5371D9-4FEE-4257-9193-32A609960DE1}"/>
    <dgm:cxn modelId="{A77278A1-44D5-4197-9006-5F3C29E6F89B}" type="presParOf" srcId="{D8DF28AD-0BF6-4E2B-B63A-7B515746F87D}" destId="{76701C4E-8BB7-44B4-BE7C-79F75CB8C293}" srcOrd="0" destOrd="0" presId="urn:microsoft.com/office/officeart/2018/2/layout/IconVerticalSolidList"/>
    <dgm:cxn modelId="{189CB275-9D61-40BA-AE70-3061DD98E0B7}" type="presParOf" srcId="{76701C4E-8BB7-44B4-BE7C-79F75CB8C293}" destId="{8486C93E-D1B5-4952-A85E-36548D16AA83}" srcOrd="0" destOrd="0" presId="urn:microsoft.com/office/officeart/2018/2/layout/IconVerticalSolidList"/>
    <dgm:cxn modelId="{B543F8C2-A210-44C9-8229-A52332C1AD64}" type="presParOf" srcId="{76701C4E-8BB7-44B4-BE7C-79F75CB8C293}" destId="{3900B1EE-8A09-43B8-B57C-E599EEE87D5B}" srcOrd="1" destOrd="0" presId="urn:microsoft.com/office/officeart/2018/2/layout/IconVerticalSolidList"/>
    <dgm:cxn modelId="{7EBD1FDD-77B6-485B-B3A6-CA3319DF1009}" type="presParOf" srcId="{76701C4E-8BB7-44B4-BE7C-79F75CB8C293}" destId="{A1B36947-7A9C-4009-90A7-51FD09ED4264}" srcOrd="2" destOrd="0" presId="urn:microsoft.com/office/officeart/2018/2/layout/IconVerticalSolidList"/>
    <dgm:cxn modelId="{0A49DBCE-4474-4C95-9877-151703BB5B82}" type="presParOf" srcId="{76701C4E-8BB7-44B4-BE7C-79F75CB8C293}" destId="{51CB0128-7971-4785-9532-041FF24B2331}" srcOrd="3" destOrd="0" presId="urn:microsoft.com/office/officeart/2018/2/layout/IconVerticalSolidList"/>
    <dgm:cxn modelId="{D3F32AB3-CE13-46E1-A0CC-B48DD31B4E94}" type="presParOf" srcId="{D8DF28AD-0BF6-4E2B-B63A-7B515746F87D}" destId="{746074EB-85E6-4AE2-A395-37DA931FB96B}" srcOrd="1" destOrd="0" presId="urn:microsoft.com/office/officeart/2018/2/layout/IconVerticalSolidList"/>
    <dgm:cxn modelId="{980241AE-3D48-4989-B4AD-3478948C672E}" type="presParOf" srcId="{D8DF28AD-0BF6-4E2B-B63A-7B515746F87D}" destId="{41E0A484-2708-4C59-93ED-1393668DABA3}" srcOrd="2" destOrd="0" presId="urn:microsoft.com/office/officeart/2018/2/layout/IconVerticalSolidList"/>
    <dgm:cxn modelId="{4748640B-2DCB-4B78-88CA-1B3BD3D37290}" type="presParOf" srcId="{41E0A484-2708-4C59-93ED-1393668DABA3}" destId="{E560D12F-2218-4D15-BB8A-2DF0195CECB5}" srcOrd="0" destOrd="0" presId="urn:microsoft.com/office/officeart/2018/2/layout/IconVerticalSolidList"/>
    <dgm:cxn modelId="{257FD6F4-580D-42AB-B562-3B118E366832}" type="presParOf" srcId="{41E0A484-2708-4C59-93ED-1393668DABA3}" destId="{AE5E9849-AE75-4FD2-8C70-8D94B3CD684A}" srcOrd="1" destOrd="0" presId="urn:microsoft.com/office/officeart/2018/2/layout/IconVerticalSolidList"/>
    <dgm:cxn modelId="{9AA604F2-7F78-4532-8C30-197A633C0B34}" type="presParOf" srcId="{41E0A484-2708-4C59-93ED-1393668DABA3}" destId="{8B87A419-3F92-48FA-B754-31C62CF4CBA9}" srcOrd="2" destOrd="0" presId="urn:microsoft.com/office/officeart/2018/2/layout/IconVerticalSolidList"/>
    <dgm:cxn modelId="{269964CD-F4DE-49F5-B9AC-D7CBBE877282}" type="presParOf" srcId="{41E0A484-2708-4C59-93ED-1393668DABA3}" destId="{16CD2ADA-2F7B-4888-A40F-BCCB4EB0F4BB}" srcOrd="3" destOrd="0" presId="urn:microsoft.com/office/officeart/2018/2/layout/IconVerticalSolidList"/>
    <dgm:cxn modelId="{C345D252-6607-4768-84DD-88E64E02FB28}" type="presParOf" srcId="{D8DF28AD-0BF6-4E2B-B63A-7B515746F87D}" destId="{46F78CE0-8E8B-45B5-B525-5447D3887376}" srcOrd="3" destOrd="0" presId="urn:microsoft.com/office/officeart/2018/2/layout/IconVerticalSolidList"/>
    <dgm:cxn modelId="{BCCD4363-E031-4870-B2F5-891EBE538DCB}" type="presParOf" srcId="{D8DF28AD-0BF6-4E2B-B63A-7B515746F87D}" destId="{FC762FD4-0CF2-4561-81D8-2B2FA7F9B49C}" srcOrd="4" destOrd="0" presId="urn:microsoft.com/office/officeart/2018/2/layout/IconVerticalSolidList"/>
    <dgm:cxn modelId="{5A947F27-9D13-450D-B287-539884965DD2}" type="presParOf" srcId="{FC762FD4-0CF2-4561-81D8-2B2FA7F9B49C}" destId="{8FC6697D-1313-4B9C-ADA5-FF420B34DE97}" srcOrd="0" destOrd="0" presId="urn:microsoft.com/office/officeart/2018/2/layout/IconVerticalSolidList"/>
    <dgm:cxn modelId="{FCF651DA-A024-4452-8E60-4AA816A97B9D}" type="presParOf" srcId="{FC762FD4-0CF2-4561-81D8-2B2FA7F9B49C}" destId="{EEEF4CB5-336E-4AE5-85AD-C97623EC285E}" srcOrd="1" destOrd="0" presId="urn:microsoft.com/office/officeart/2018/2/layout/IconVerticalSolidList"/>
    <dgm:cxn modelId="{A6B882BD-34C0-41AD-899D-DE584A5BE1A5}" type="presParOf" srcId="{FC762FD4-0CF2-4561-81D8-2B2FA7F9B49C}" destId="{7DB347D1-87FF-429D-A509-C6DBDD7DEC10}" srcOrd="2" destOrd="0" presId="urn:microsoft.com/office/officeart/2018/2/layout/IconVerticalSolidList"/>
    <dgm:cxn modelId="{2B11722E-AB97-44D8-A7D2-AD28FCA7B530}" type="presParOf" srcId="{FC762FD4-0CF2-4561-81D8-2B2FA7F9B49C}" destId="{28EEA112-7807-4EC6-B240-1DF3722875C7}" srcOrd="3" destOrd="0" presId="urn:microsoft.com/office/officeart/2018/2/layout/IconVerticalSolidList"/>
    <dgm:cxn modelId="{91C37A02-9855-4D0C-95EA-F056EAB00F01}" type="presParOf" srcId="{D8DF28AD-0BF6-4E2B-B63A-7B515746F87D}" destId="{9729884F-CE39-4E6C-A488-ECB82E720099}" srcOrd="5" destOrd="0" presId="urn:microsoft.com/office/officeart/2018/2/layout/IconVerticalSolidList"/>
    <dgm:cxn modelId="{50A8C974-29E3-42A7-9F78-87A28F70393D}" type="presParOf" srcId="{D8DF28AD-0BF6-4E2B-B63A-7B515746F87D}" destId="{6E8EE26B-D73B-4FD1-A930-937B242FF4DB}" srcOrd="6" destOrd="0" presId="urn:microsoft.com/office/officeart/2018/2/layout/IconVerticalSolidList"/>
    <dgm:cxn modelId="{E9BD8669-6F02-4EA8-8689-B3766FB0E3AB}" type="presParOf" srcId="{6E8EE26B-D73B-4FD1-A930-937B242FF4DB}" destId="{C7F709A9-228A-408E-A8A2-A94929F3A6F4}" srcOrd="0" destOrd="0" presId="urn:microsoft.com/office/officeart/2018/2/layout/IconVerticalSolidList"/>
    <dgm:cxn modelId="{480758FB-0B4A-4424-B432-5F0CD9AE0970}" type="presParOf" srcId="{6E8EE26B-D73B-4FD1-A930-937B242FF4DB}" destId="{F202DE9A-A9EC-49C5-859D-095AFA7553EF}" srcOrd="1" destOrd="0" presId="urn:microsoft.com/office/officeart/2018/2/layout/IconVerticalSolidList"/>
    <dgm:cxn modelId="{646CD16F-5057-4D3A-A6AA-0CDCB8AAC8F5}" type="presParOf" srcId="{6E8EE26B-D73B-4FD1-A930-937B242FF4DB}" destId="{19543C56-476B-4F8F-A15D-B8509B720A92}" srcOrd="2" destOrd="0" presId="urn:microsoft.com/office/officeart/2018/2/layout/IconVerticalSolidList"/>
    <dgm:cxn modelId="{F41FC5A2-3A5C-4257-81D0-2F86ED3897DF}" type="presParOf" srcId="{6E8EE26B-D73B-4FD1-A930-937B242FF4DB}" destId="{BAF09CC2-0DC0-4008-9593-2937E754ABD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C79ADC-DBAA-DE4E-B9CE-9C7F3260C25B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DF9CF-6FAC-2541-A022-4FD503E937F9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 should have plotted the data to take a look before starting the analysis, but I don’t need all the variables.</a:t>
          </a:r>
        </a:p>
      </dsp:txBody>
      <dsp:txXfrm>
        <a:off x="0" y="0"/>
        <a:ext cx="10515600" cy="1087834"/>
      </dsp:txXfrm>
    </dsp:sp>
    <dsp:sp modelId="{1E97296A-57EB-D943-83EC-552507DC142A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5AB33B-F8AD-F441-B50A-96C0DC6F32D4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I will use meat, age, education level, income, total spending, children and marital status. </a:t>
          </a:r>
        </a:p>
      </dsp:txBody>
      <dsp:txXfrm>
        <a:off x="0" y="1087834"/>
        <a:ext cx="10515600" cy="1087834"/>
      </dsp:txXfrm>
    </dsp:sp>
    <dsp:sp modelId="{CC8101DE-E683-7948-8B47-8B6801F1145F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7EE3B-55EA-DD4F-BA4E-F405178A09BF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 will remove NAs</a:t>
          </a:r>
        </a:p>
      </dsp:txBody>
      <dsp:txXfrm>
        <a:off x="0" y="2175669"/>
        <a:ext cx="10515600" cy="1087834"/>
      </dsp:txXfrm>
    </dsp:sp>
    <dsp:sp modelId="{B8F51F97-AF07-D54E-A849-5471FCEEBD90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A515A-D172-F145-A233-4E1AB5380000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Then plot the data before moving further</a:t>
          </a:r>
        </a:p>
      </dsp:txBody>
      <dsp:txXfrm>
        <a:off x="0" y="3263503"/>
        <a:ext cx="10515600" cy="1087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524EA-9AEC-7D4F-BB00-0FF6AE512630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C911F-F1EF-1446-B456-D91FFC2602BB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>
              <a:highlight>
                <a:srgbClr val="00FFFF"/>
              </a:highlight>
            </a:rPr>
            <a:t>A negative correlation between meat consumption and the number of children in the family</a:t>
          </a:r>
        </a:p>
      </dsp:txBody>
      <dsp:txXfrm>
        <a:off x="0" y="2703"/>
        <a:ext cx="6900512" cy="1843578"/>
      </dsp:txXfrm>
    </dsp:sp>
    <dsp:sp modelId="{1644BD89-744C-1A4D-B52B-DB7FBDCF0582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7B175A-9E36-164C-A064-ABAA91C721F8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 positive correlation between meat consumption and income level </a:t>
          </a:r>
        </a:p>
      </dsp:txBody>
      <dsp:txXfrm>
        <a:off x="0" y="1846281"/>
        <a:ext cx="6900512" cy="1843578"/>
      </dsp:txXfrm>
    </dsp:sp>
    <dsp:sp modelId="{905FC9E6-4AF2-0F4D-BD17-B7B6DE841AAE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3CC7D7-9A68-594D-8A71-E6ED0006F932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 positive correlation between meat consumption and spending level</a:t>
          </a:r>
        </a:p>
      </dsp:txBody>
      <dsp:txXfrm>
        <a:off x="0" y="3689859"/>
        <a:ext cx="6900512" cy="18435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6C93E-D1B5-4952-A85E-36548D16AA83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00B1EE-8A09-43B8-B57C-E599EEE87D5B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CB0128-7971-4785-9532-041FF24B2331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There is no evidence for a strong relationship between meat consumption and customers’ education level or marital status</a:t>
          </a:r>
        </a:p>
      </dsp:txBody>
      <dsp:txXfrm>
        <a:off x="1058686" y="1808"/>
        <a:ext cx="9456913" cy="916611"/>
      </dsp:txXfrm>
    </dsp:sp>
    <dsp:sp modelId="{E560D12F-2218-4D15-BB8A-2DF0195CECB5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5E9849-AE75-4FD2-8C70-8D94B3CD684A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D2ADA-2F7B-4888-A40F-BCCB4EB0F4BB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As the number of children increases, parents tend to reduce how much red meat they consume at home</a:t>
          </a:r>
        </a:p>
      </dsp:txBody>
      <dsp:txXfrm>
        <a:off x="1058686" y="1147573"/>
        <a:ext cx="9456913" cy="916611"/>
      </dsp:txXfrm>
    </dsp:sp>
    <dsp:sp modelId="{8FC6697D-1313-4B9C-ADA5-FF420B34DE97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EF4CB5-336E-4AE5-85AD-C97623EC285E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EEA112-7807-4EC6-B240-1DF3722875C7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Customers’ income level increases with how much they spend on groceries and how much red meat they buy as well</a:t>
          </a:r>
        </a:p>
      </dsp:txBody>
      <dsp:txXfrm>
        <a:off x="1058686" y="2293338"/>
        <a:ext cx="9456913" cy="916611"/>
      </dsp:txXfrm>
    </dsp:sp>
    <dsp:sp modelId="{C7F709A9-228A-408E-A8A2-A94929F3A6F4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02DE9A-A9EC-49C5-859D-095AFA7553EF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09CC2-0DC0-4008-9593-2937E754ABD3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FYI: indication of a relationship between two variables doesn’t conclude that one is the cause of the other. Because there is no evidence of complete independence between variables.</a:t>
          </a:r>
        </a:p>
      </dsp:txBody>
      <dsp:txXfrm>
        <a:off x="1058686" y="3439103"/>
        <a:ext cx="9456913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4E292-BA1F-DB4F-95F6-1BFE1F7E8A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18860-D8FA-BE4C-80B6-BDA90A933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A2DE4-BDE2-2342-BC2B-E8C7285FF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6C55-CAB1-B74F-8172-75C37F0D5F0A}" type="datetimeFigureOut">
              <a:rPr lang="en-US" smtClean="0"/>
              <a:t>12/3/21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B8E1D-07CE-4B4E-A29F-ED0873639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B9F68-D37D-9A44-ABA6-C7C4911CB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7BCD-AEB4-9F4E-B574-94FDDD9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5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617D8-EA30-9E4F-92DD-637B2D4C3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45E2A-D909-0C42-AF4B-7E49185AA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8B825-83C3-BB43-B559-0F5F971D3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6C55-CAB1-B74F-8172-75C37F0D5F0A}" type="datetimeFigureOut">
              <a:rPr lang="en-US" smtClean="0"/>
              <a:t>12/3/21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697AC-7A9C-004D-8D4A-7663582E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C136-2960-1F47-B6BD-13896DD2D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7BCD-AEB4-9F4E-B574-94FDDD9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2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D3ACD-64E3-3347-9D3E-5DCCAC70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744A7-4F4E-7D4A-8BE3-940F63298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D75F-9476-BC4C-9C04-BAE44B1C0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6C55-CAB1-B74F-8172-75C37F0D5F0A}" type="datetimeFigureOut">
              <a:rPr lang="en-US" smtClean="0"/>
              <a:t>12/3/21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6A721-DE5D-614B-8FC4-90E760207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C6410-70B9-8B46-AB0E-4C0C50EAD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7BCD-AEB4-9F4E-B574-94FDDD9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9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DCEFE-F50D-F44C-ABF7-C40700DB5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B639A-F4BA-4841-A459-F98C5984E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1F4CE-2DA6-D64A-A5A4-ADD645EBC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77FC6-D0DE-9844-868A-FF2B5423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6C55-CAB1-B74F-8172-75C37F0D5F0A}" type="datetimeFigureOut">
              <a:rPr lang="en-US" smtClean="0"/>
              <a:t>12/3/21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E53FB-F133-F245-9264-606A658C3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1F210-12C2-D74A-BA4F-3C9DE9B8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7BCD-AEB4-9F4E-B574-94FDDD9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351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F6376-0A8D-A044-AA0F-AE7B81495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0FA57-8FCD-3E47-809C-E4B35E784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F9E74-0DDA-A24E-93DF-02CA6A241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3E119C-FEA0-8246-B3E0-AF4395363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FEE9E4-EB37-1044-92A3-1AE6039319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68F413-27D6-D54C-951D-6D51A717E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6C55-CAB1-B74F-8172-75C37F0D5F0A}" type="datetimeFigureOut">
              <a:rPr lang="en-US" smtClean="0"/>
              <a:t>12/3/21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B2A31E-E366-9C45-ACB1-6AB8B645E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1C52B0-A69C-974F-9B12-290BC271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7BCD-AEB4-9F4E-B574-94FDDD9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12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5AB4E-5D6B-9645-A438-DBA3868E0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8C9E8D-7D6C-8C44-91E6-4AD9C4A1A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6C55-CAB1-B74F-8172-75C37F0D5F0A}" type="datetimeFigureOut">
              <a:rPr lang="en-US" smtClean="0"/>
              <a:t>12/3/21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18F886-2EE9-7B4E-BDB3-8A5D705FA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3DE2E-5942-DB45-9197-71B7DEF49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7BCD-AEB4-9F4E-B574-94FDDD9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116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1650E1-5617-3B46-B746-3DD84FE3F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6C55-CAB1-B74F-8172-75C37F0D5F0A}" type="datetimeFigureOut">
              <a:rPr lang="en-US" smtClean="0"/>
              <a:t>12/3/21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EBA00E-FF90-8F41-AFF4-5BA63DB9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3A9AB-803B-D34B-9CB8-AF21926F1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7BCD-AEB4-9F4E-B574-94FDDD9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05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960-B0DC-ED43-8C04-B572BB9A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AD7C0-79A1-BD4C-A1BE-BC6671E7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AFE20-48CD-AA4C-AC4C-3F50042CD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F73CE-BC89-6C4D-931B-39BF5C9D7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6C55-CAB1-B74F-8172-75C37F0D5F0A}" type="datetimeFigureOut">
              <a:rPr lang="en-US" smtClean="0"/>
              <a:t>12/3/21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F86320-57CE-5A42-AEA6-6F68CB18A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CAB92-6BFB-924E-92CC-5268A2889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7BCD-AEB4-9F4E-B574-94FDDD9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92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8DBA6-B5B5-BB4D-844D-9DAC09835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661196-5D7D-2848-92D0-1A82757A86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24F9D-8AC0-8A4D-9282-DD9FEA2A8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EF272-B624-C842-A936-AF54E8D80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6C55-CAB1-B74F-8172-75C37F0D5F0A}" type="datetimeFigureOut">
              <a:rPr lang="en-US" smtClean="0"/>
              <a:t>12/3/21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DF77E-0E4B-D141-A07D-5C28BDC31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A1B92-18F7-E14F-9192-2D4D3181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7BCD-AEB4-9F4E-B574-94FDDD9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069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D8DF-146B-AB43-9AC2-6C6486882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9656D-403F-8A44-AB2E-17CAED300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1E04E-6D0E-374D-8F07-488D0600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6C55-CAB1-B74F-8172-75C37F0D5F0A}" type="datetimeFigureOut">
              <a:rPr lang="en-US" smtClean="0"/>
              <a:t>12/3/21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921EA-AD71-F54B-8A51-CDEA8F419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B441D-04F2-2047-9737-3A134C97A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7BCD-AEB4-9F4E-B574-94FDDD9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04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E06EE8-3AD6-A646-8068-B1982E2CF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BE7BD-CBD2-5748-90AE-647A0A9D0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5C0FB-E068-A542-8728-9FA620036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6C55-CAB1-B74F-8172-75C37F0D5F0A}" type="datetimeFigureOut">
              <a:rPr lang="en-US" smtClean="0"/>
              <a:t>12/3/21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6506B-8A0E-BC44-8515-D1DAF233A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ED966-E340-F946-A938-6576C3132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7BCD-AEB4-9F4E-B574-94FDDD9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53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843BBF-F333-AF4A-84CB-27A09C74B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1ABEE-5A68-B04F-A2E6-32D9A4A83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3984D-4C54-F845-ACB5-78F97B8EFE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B6C55-CAB1-B74F-8172-75C37F0D5F0A}" type="datetimeFigureOut">
              <a:rPr lang="en-US" smtClean="0"/>
              <a:t>12/3/21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2A6FA-7E8C-004C-A69B-114DE369A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64302-7E20-0C42-96D8-135D4CEA90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97BCD-AEB4-9F4E-B574-94FDDD9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77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ourworldindata.org/meat-productio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news.harvard.edu/gazette/story/2012/03/red-meat-raises-red-flags/?utm_source=SilverpopMailing&amp;utm_medium=email&amp;utm_campaign=03.13.12%2520%281%29&amp;utm_content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A7AE7-CB55-D14A-9FF1-44D1525AE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CUSTOMER ANALYSIS PROJECT—</a:t>
            </a:r>
            <a:r>
              <a:rPr lang="en-US" sz="3600" dirty="0"/>
              <a:t>with python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BB700-6705-2D49-93C2-D957A040E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TARGETING SPECIFIC CUSTOMER SEGMENT FOR NEW PRODUCT MARKETING?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7C0649-D84B-B04D-B656-42FEA8B3D027}"/>
              </a:ext>
            </a:extLst>
          </p:cNvPr>
          <p:cNvSpPr txBox="1"/>
          <p:nvPr/>
        </p:nvSpPr>
        <p:spPr>
          <a:xfrm>
            <a:off x="9422524" y="6432698"/>
            <a:ext cx="2581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Patience </a:t>
            </a:r>
            <a:r>
              <a:rPr lang="en-US" dirty="0" err="1"/>
              <a:t>Gihozo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45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8B7FE-0C0B-5B46-968F-A5C160ED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dirty="0"/>
              <a:t>Outline</a:t>
            </a:r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F2FF8741-4C04-4AD7-B6BD-70CB74F446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703" r="445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7A035-AEC5-F141-B241-96F397752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Project focus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Data preparation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Insights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Conclusions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09595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B7FE-0C0B-5B46-968F-A5C160ED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dirty="0"/>
              <a:t>Outline</a:t>
            </a:r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F2FF8741-4C04-4AD7-B6BD-70CB74F446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703" r="445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7A035-AEC5-F141-B241-96F397752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Project focus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Data preparation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Insights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Conclusions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1736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D7E9FD-31CB-7B43-9B29-6F9962D35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8B6BEEBC-E742-4436-97A1-08D93029FD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96" r="27762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EC16D-E59B-D54F-8FE6-77DA8F63C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en-US" sz="2000" dirty="0"/>
              <a:t>A store/supermarket has a </a:t>
            </a:r>
            <a:r>
              <a:rPr lang="en-US" sz="2000" dirty="0">
                <a:highlight>
                  <a:srgbClr val="00FFFF"/>
                </a:highlight>
              </a:rPr>
              <a:t>large database</a:t>
            </a:r>
            <a:r>
              <a:rPr lang="en-US" sz="2000" dirty="0"/>
              <a:t>. It would be a </a:t>
            </a:r>
            <a:r>
              <a:rPr lang="en-US" sz="2000" dirty="0">
                <a:highlight>
                  <a:srgbClr val="00FFFF"/>
                </a:highlight>
              </a:rPr>
              <a:t>waste of resource to advertise to every single customer</a:t>
            </a:r>
            <a:r>
              <a:rPr lang="en-US" sz="2000" dirty="0"/>
              <a:t> or customer segment present in their database. However, exploring relationship between a certain product and other factors like how big is the customer’s family, how old are the individuals in the family, spending level, income,… might reveal </a:t>
            </a:r>
            <a:r>
              <a:rPr lang="en-US" sz="2000" dirty="0">
                <a:highlight>
                  <a:srgbClr val="00FFFF"/>
                </a:highlight>
              </a:rPr>
              <a:t>what customer segment to target while advertising</a:t>
            </a:r>
          </a:p>
        </p:txBody>
      </p:sp>
    </p:spTree>
    <p:extLst>
      <p:ext uri="{BB962C8B-B14F-4D97-AF65-F5344CB8AC3E}">
        <p14:creationId xmlns:p14="http://schemas.microsoft.com/office/powerpoint/2010/main" val="3521113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B7FE-0C0B-5B46-968F-A5C160ED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dirty="0"/>
              <a:t>Outline</a:t>
            </a:r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F2FF8741-4C04-4AD7-B6BD-70CB74F446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703" r="445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7A035-AEC5-F141-B241-96F397752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Project focus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Data preparation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Insights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Conclusions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74683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D0B9A7-96E0-E947-9791-6A23A6BCA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dirty="0"/>
              <a:t>Project focus</a:t>
            </a:r>
          </a:p>
        </p:txBody>
      </p:sp>
      <p:pic>
        <p:nvPicPr>
          <p:cNvPr id="5" name="Picture 4" descr="Question mark on green pastel background">
            <a:extLst>
              <a:ext uri="{FF2B5EF4-FFF2-40B4-BE49-F238E27FC236}">
                <a16:creationId xmlns:a16="http://schemas.microsoft.com/office/drawing/2014/main" id="{E3E6A138-5372-47C6-AB39-CAB2667C01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108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6CBCA-F77C-5A4E-9BE0-B5BF8AA4C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en-US" sz="2000" dirty="0"/>
              <a:t>There are many problems someone could ask themselves with this dataset. However, it is not possible to answer all of them. Hence, picking one focus would be ideal.</a:t>
            </a:r>
          </a:p>
          <a:p>
            <a:r>
              <a:rPr lang="en-US" sz="2000" dirty="0"/>
              <a:t>For this project I will </a:t>
            </a:r>
            <a:r>
              <a:rPr lang="en-US" sz="2000" dirty="0">
                <a:highlight>
                  <a:srgbClr val="00FFFF"/>
                </a:highlight>
              </a:rPr>
              <a:t>focus</a:t>
            </a:r>
            <a:r>
              <a:rPr lang="en-US" sz="2000" dirty="0"/>
              <a:t> on the </a:t>
            </a:r>
            <a:r>
              <a:rPr lang="en-US" sz="2000" dirty="0">
                <a:highlight>
                  <a:srgbClr val="00FFFF"/>
                </a:highlight>
              </a:rPr>
              <a:t>relationship between meat consumption and various customer segments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0004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7B8B0-FE53-764A-A352-C7C8B2D4E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Why focus on Meat?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2F541-8BC0-CF49-86D3-104F98970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US" sz="2000"/>
              <a:t>According to USDA, Between 1961 and 2018, </a:t>
            </a:r>
            <a:r>
              <a:rPr lang="en-US" sz="2000">
                <a:hlinkClick r:id="rId2"/>
              </a:rPr>
              <a:t>annual meat production increased by over 30 million tonnes</a:t>
            </a:r>
            <a:r>
              <a:rPr lang="en-US" sz="2000"/>
              <a:t>, representing an increase of 184%.</a:t>
            </a:r>
          </a:p>
          <a:p>
            <a:r>
              <a:rPr lang="en-US" sz="2000"/>
              <a:t>Red meat—meaning cows, pigs, and baby cows and lambs—accounted for just over half the total meat consumption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E265B930-5046-4E4A-A80C-BD8152D1F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320" y="1299473"/>
            <a:ext cx="6187082" cy="436189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58857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B7FE-0C0B-5B46-968F-A5C160ED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dirty="0"/>
              <a:t>Outline</a:t>
            </a:r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F2FF8741-4C04-4AD7-B6BD-70CB74F446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703" r="445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7A035-AEC5-F141-B241-96F397752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Project focus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Data preparation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Insights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Conclusions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50430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7C1C10-4E4D-7C45-9AA3-7C45FAD94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>
            <a:normAutofit/>
          </a:bodyPr>
          <a:lstStyle/>
          <a:p>
            <a:r>
              <a:rPr lang="en-US" dirty="0"/>
              <a:t>ABOUT THE 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CF86B-7D37-5940-837B-407E42ADC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713313"/>
            <a:ext cx="5257801" cy="5431376"/>
          </a:xfrm>
        </p:spPr>
        <p:txBody>
          <a:bodyPr anchor="ctr">
            <a:normAutofit/>
          </a:bodyPr>
          <a:lstStyle/>
          <a:p>
            <a:r>
              <a:rPr lang="en-US" sz="2000"/>
              <a:t>I got the dataset from Kaggle</a:t>
            </a:r>
          </a:p>
          <a:p>
            <a:r>
              <a:rPr lang="en-US" sz="2000"/>
              <a:t>It is a dataset with 2240 observations and 29 variables</a:t>
            </a:r>
          </a:p>
          <a:p>
            <a:r>
              <a:rPr lang="en-US" sz="2000"/>
              <a:t>It was a supermarket that recorded information about their customers over time</a:t>
            </a:r>
          </a:p>
          <a:p>
            <a:r>
              <a:rPr lang="en-US" sz="2000"/>
              <a:t>They assigned each customer(family/single) with unique ids </a:t>
            </a:r>
          </a:p>
          <a:p>
            <a:r>
              <a:rPr lang="en-US" sz="2000"/>
              <a:t>They kept updating variables like what they buy, how much they buy, etc</a:t>
            </a:r>
          </a:p>
          <a:p>
            <a:endParaRPr lang="en-US" sz="2000"/>
          </a:p>
          <a:p>
            <a:endParaRPr lang="en-US" sz="2000"/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171742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22549B51-9028-0041-879B-F3C0CB26F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2268"/>
            <a:ext cx="12000544" cy="44428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417F78-9D2D-A540-9C5A-757810F8DE1F}"/>
              </a:ext>
            </a:extLst>
          </p:cNvPr>
          <p:cNvSpPr txBox="1"/>
          <p:nvPr/>
        </p:nvSpPr>
        <p:spPr>
          <a:xfrm>
            <a:off x="0" y="631309"/>
            <a:ext cx="85439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Overall look on the data</a:t>
            </a:r>
          </a:p>
        </p:txBody>
      </p:sp>
    </p:spTree>
    <p:extLst>
      <p:ext uri="{BB962C8B-B14F-4D97-AF65-F5344CB8AC3E}">
        <p14:creationId xmlns:p14="http://schemas.microsoft.com/office/powerpoint/2010/main" val="659211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FC5F5-6D3E-4E44-A662-1BFB5045B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8167"/>
            <a:ext cx="10515600" cy="4358796"/>
          </a:xfrm>
        </p:spPr>
        <p:txBody>
          <a:bodyPr numCol="2" spcCol="457200">
            <a:normAutofit fontScale="85000" lnSpcReduction="20000"/>
          </a:bodyPr>
          <a:lstStyle/>
          <a:p>
            <a:r>
              <a:rPr lang="en-US" sz="1800" dirty="0"/>
              <a:t>ID </a:t>
            </a:r>
          </a:p>
          <a:p>
            <a:r>
              <a:rPr lang="en-US" sz="1800" dirty="0" err="1"/>
              <a:t>Year_Birth</a:t>
            </a:r>
            <a:r>
              <a:rPr lang="en-US" sz="1800" dirty="0"/>
              <a:t> </a:t>
            </a:r>
          </a:p>
          <a:p>
            <a:r>
              <a:rPr lang="en-US" sz="1800" dirty="0"/>
              <a:t>Education </a:t>
            </a:r>
          </a:p>
          <a:p>
            <a:r>
              <a:rPr lang="en-US" sz="1800" dirty="0" err="1"/>
              <a:t>Marital_Status</a:t>
            </a:r>
            <a:r>
              <a:rPr lang="en-US" sz="1800" dirty="0"/>
              <a:t> </a:t>
            </a:r>
          </a:p>
          <a:p>
            <a:r>
              <a:rPr lang="en-US" sz="1800" dirty="0"/>
              <a:t>Income </a:t>
            </a:r>
          </a:p>
          <a:p>
            <a:r>
              <a:rPr lang="en-US" sz="1800" dirty="0" err="1"/>
              <a:t>Kidhome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Teenhome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Dt_Customer</a:t>
            </a:r>
            <a:r>
              <a:rPr lang="en-US" sz="1800" dirty="0"/>
              <a:t> </a:t>
            </a:r>
          </a:p>
          <a:p>
            <a:r>
              <a:rPr lang="en-US" sz="1800" dirty="0"/>
              <a:t>Recency </a:t>
            </a:r>
          </a:p>
          <a:p>
            <a:r>
              <a:rPr lang="en-US" sz="1800" dirty="0" err="1"/>
              <a:t>MntWines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MntFruits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MntMeatProducts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MntFishProducts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MntSweetProducts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MntGoldProds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NumDealsPurchases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NumWebPurchases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NumCatalogPurchases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NumStorePurchases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NumWebVisitsMonth</a:t>
            </a:r>
            <a:r>
              <a:rPr lang="en-US" sz="1800" dirty="0"/>
              <a:t> </a:t>
            </a:r>
          </a:p>
          <a:p>
            <a:r>
              <a:rPr lang="en-US" sz="1800" dirty="0"/>
              <a:t>AcceptedCmp3 </a:t>
            </a:r>
          </a:p>
          <a:p>
            <a:r>
              <a:rPr lang="en-US" sz="1800" dirty="0"/>
              <a:t>AcceptedCmp4 </a:t>
            </a:r>
          </a:p>
          <a:p>
            <a:r>
              <a:rPr lang="en-US" sz="1800" dirty="0"/>
              <a:t>AcceptedCmp5 </a:t>
            </a:r>
          </a:p>
          <a:p>
            <a:r>
              <a:rPr lang="en-US" sz="1800" dirty="0"/>
              <a:t>AcceptedCmp1 </a:t>
            </a:r>
          </a:p>
          <a:p>
            <a:r>
              <a:rPr lang="en-US" sz="1800" dirty="0"/>
              <a:t>AcceptedCmp2 </a:t>
            </a:r>
          </a:p>
          <a:p>
            <a:r>
              <a:rPr lang="en-US" sz="1800" dirty="0"/>
              <a:t>Complain </a:t>
            </a:r>
          </a:p>
          <a:p>
            <a:r>
              <a:rPr lang="en-US" sz="1800" dirty="0" err="1"/>
              <a:t>Z_CostContact</a:t>
            </a:r>
            <a:r>
              <a:rPr lang="en-US" sz="1800" dirty="0"/>
              <a:t> </a:t>
            </a:r>
          </a:p>
          <a:p>
            <a:r>
              <a:rPr lang="en-US" sz="1800" dirty="0"/>
              <a:t> </a:t>
            </a:r>
            <a:r>
              <a:rPr lang="en-US" sz="1800" dirty="0" err="1"/>
              <a:t>Z_Revenue</a:t>
            </a:r>
            <a:r>
              <a:rPr lang="en-US" sz="1800" dirty="0"/>
              <a:t> </a:t>
            </a:r>
          </a:p>
          <a:p>
            <a:r>
              <a:rPr lang="en-US" sz="1800" dirty="0"/>
              <a:t>Response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5C9F5-5362-FC45-B947-413AF319A68E}"/>
              </a:ext>
            </a:extLst>
          </p:cNvPr>
          <p:cNvSpPr txBox="1"/>
          <p:nvPr/>
        </p:nvSpPr>
        <p:spPr>
          <a:xfrm>
            <a:off x="838200" y="914400"/>
            <a:ext cx="7593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complete list of all columns (Variables)</a:t>
            </a:r>
          </a:p>
        </p:txBody>
      </p:sp>
    </p:spTree>
    <p:extLst>
      <p:ext uri="{BB962C8B-B14F-4D97-AF65-F5344CB8AC3E}">
        <p14:creationId xmlns:p14="http://schemas.microsoft.com/office/powerpoint/2010/main" val="3428940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B7FE-0C0B-5B46-968F-A5C160ED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dirty="0"/>
              <a:t>Outline</a:t>
            </a:r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F2FF8741-4C04-4AD7-B6BD-70CB74F446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703" r="445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7A035-AEC5-F141-B241-96F397752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Project focus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Data preparation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Insights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Conclusions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64288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17EDF-00B4-9844-AAFE-610485A46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6644EA-A7BA-41A3-B6E5-8A4E0A4C43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9071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4">
            <a:extLst>
              <a:ext uri="{FF2B5EF4-FFF2-40B4-BE49-F238E27FC236}">
                <a16:creationId xmlns:a16="http://schemas.microsoft.com/office/drawing/2014/main" id="{1825AC39-5F85-4CAA-8A81-A1287086B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16">
            <a:extLst>
              <a:ext uri="{FF2B5EF4-FFF2-40B4-BE49-F238E27FC236}">
                <a16:creationId xmlns:a16="http://schemas.microsoft.com/office/drawing/2014/main" id="{95DA4D23-37FC-4B90-8188-F0377C5F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417162" cy="6858000"/>
          </a:xfrm>
          <a:custGeom>
            <a:avLst/>
            <a:gdLst>
              <a:gd name="connsiteX0" fmla="*/ 0 w 4417162"/>
              <a:gd name="connsiteY0" fmla="*/ 0 h 6858000"/>
              <a:gd name="connsiteX1" fmla="*/ 144378 w 4417162"/>
              <a:gd name="connsiteY1" fmla="*/ 0 h 6858000"/>
              <a:gd name="connsiteX2" fmla="*/ 2310062 w 4417162"/>
              <a:gd name="connsiteY2" fmla="*/ 0 h 6858000"/>
              <a:gd name="connsiteX3" fmla="*/ 4227367 w 4417162"/>
              <a:gd name="connsiteY3" fmla="*/ 0 h 6858000"/>
              <a:gd name="connsiteX4" fmla="*/ 4232407 w 4417162"/>
              <a:gd name="connsiteY4" fmla="*/ 66675 h 6858000"/>
              <a:gd name="connsiteX5" fmla="*/ 4240804 w 4417162"/>
              <a:gd name="connsiteY5" fmla="*/ 122237 h 6858000"/>
              <a:gd name="connsiteX6" fmla="*/ 4250882 w 4417162"/>
              <a:gd name="connsiteY6" fmla="*/ 174625 h 6858000"/>
              <a:gd name="connsiteX7" fmla="*/ 4267678 w 4417162"/>
              <a:gd name="connsiteY7" fmla="*/ 217487 h 6858000"/>
              <a:gd name="connsiteX8" fmla="*/ 4284474 w 4417162"/>
              <a:gd name="connsiteY8" fmla="*/ 260350 h 6858000"/>
              <a:gd name="connsiteX9" fmla="*/ 4304629 w 4417162"/>
              <a:gd name="connsiteY9" fmla="*/ 296862 h 6858000"/>
              <a:gd name="connsiteX10" fmla="*/ 4324784 w 4417162"/>
              <a:gd name="connsiteY10" fmla="*/ 334962 h 6858000"/>
              <a:gd name="connsiteX11" fmla="*/ 4343260 w 4417162"/>
              <a:gd name="connsiteY11" fmla="*/ 369887 h 6858000"/>
              <a:gd name="connsiteX12" fmla="*/ 4361735 w 4417162"/>
              <a:gd name="connsiteY12" fmla="*/ 409575 h 6858000"/>
              <a:gd name="connsiteX13" fmla="*/ 4378531 w 4417162"/>
              <a:gd name="connsiteY13" fmla="*/ 450850 h 6858000"/>
              <a:gd name="connsiteX14" fmla="*/ 4393648 w 4417162"/>
              <a:gd name="connsiteY14" fmla="*/ 496887 h 6858000"/>
              <a:gd name="connsiteX15" fmla="*/ 4405405 w 4417162"/>
              <a:gd name="connsiteY15" fmla="*/ 546100 h 6858000"/>
              <a:gd name="connsiteX16" fmla="*/ 4413803 w 4417162"/>
              <a:gd name="connsiteY16" fmla="*/ 606425 h 6858000"/>
              <a:gd name="connsiteX17" fmla="*/ 4417162 w 4417162"/>
              <a:gd name="connsiteY17" fmla="*/ 673100 h 6858000"/>
              <a:gd name="connsiteX18" fmla="*/ 4413803 w 4417162"/>
              <a:gd name="connsiteY18" fmla="*/ 744537 h 6858000"/>
              <a:gd name="connsiteX19" fmla="*/ 4405405 w 4417162"/>
              <a:gd name="connsiteY19" fmla="*/ 801687 h 6858000"/>
              <a:gd name="connsiteX20" fmla="*/ 4393648 w 4417162"/>
              <a:gd name="connsiteY20" fmla="*/ 854075 h 6858000"/>
              <a:gd name="connsiteX21" fmla="*/ 4378531 w 4417162"/>
              <a:gd name="connsiteY21" fmla="*/ 901700 h 6858000"/>
              <a:gd name="connsiteX22" fmla="*/ 4361735 w 4417162"/>
              <a:gd name="connsiteY22" fmla="*/ 942975 h 6858000"/>
              <a:gd name="connsiteX23" fmla="*/ 4341580 w 4417162"/>
              <a:gd name="connsiteY23" fmla="*/ 981075 h 6858000"/>
              <a:gd name="connsiteX24" fmla="*/ 4321425 w 4417162"/>
              <a:gd name="connsiteY24" fmla="*/ 1017587 h 6858000"/>
              <a:gd name="connsiteX25" fmla="*/ 4301270 w 4417162"/>
              <a:gd name="connsiteY25" fmla="*/ 1055687 h 6858000"/>
              <a:gd name="connsiteX26" fmla="*/ 4282794 w 4417162"/>
              <a:gd name="connsiteY26" fmla="*/ 1095375 h 6858000"/>
              <a:gd name="connsiteX27" fmla="*/ 4264318 w 4417162"/>
              <a:gd name="connsiteY27" fmla="*/ 1136650 h 6858000"/>
              <a:gd name="connsiteX28" fmla="*/ 4249203 w 4417162"/>
              <a:gd name="connsiteY28" fmla="*/ 1182687 h 6858000"/>
              <a:gd name="connsiteX29" fmla="*/ 4239125 w 4417162"/>
              <a:gd name="connsiteY29" fmla="*/ 1235075 h 6858000"/>
              <a:gd name="connsiteX30" fmla="*/ 4229047 w 4417162"/>
              <a:gd name="connsiteY30" fmla="*/ 1295400 h 6858000"/>
              <a:gd name="connsiteX31" fmla="*/ 4227367 w 4417162"/>
              <a:gd name="connsiteY31" fmla="*/ 1363662 h 6858000"/>
              <a:gd name="connsiteX32" fmla="*/ 4229047 w 4417162"/>
              <a:gd name="connsiteY32" fmla="*/ 1431925 h 6858000"/>
              <a:gd name="connsiteX33" fmla="*/ 4239125 w 4417162"/>
              <a:gd name="connsiteY33" fmla="*/ 1492250 h 6858000"/>
              <a:gd name="connsiteX34" fmla="*/ 4249203 w 4417162"/>
              <a:gd name="connsiteY34" fmla="*/ 1544637 h 6858000"/>
              <a:gd name="connsiteX35" fmla="*/ 4264318 w 4417162"/>
              <a:gd name="connsiteY35" fmla="*/ 1589087 h 6858000"/>
              <a:gd name="connsiteX36" fmla="*/ 4282794 w 4417162"/>
              <a:gd name="connsiteY36" fmla="*/ 1631950 h 6858000"/>
              <a:gd name="connsiteX37" fmla="*/ 4301270 w 4417162"/>
              <a:gd name="connsiteY37" fmla="*/ 1671637 h 6858000"/>
              <a:gd name="connsiteX38" fmla="*/ 4321425 w 4417162"/>
              <a:gd name="connsiteY38" fmla="*/ 1708150 h 6858000"/>
              <a:gd name="connsiteX39" fmla="*/ 4341580 w 4417162"/>
              <a:gd name="connsiteY39" fmla="*/ 1743075 h 6858000"/>
              <a:gd name="connsiteX40" fmla="*/ 4361735 w 4417162"/>
              <a:gd name="connsiteY40" fmla="*/ 1782762 h 6858000"/>
              <a:gd name="connsiteX41" fmla="*/ 4378531 w 4417162"/>
              <a:gd name="connsiteY41" fmla="*/ 1824037 h 6858000"/>
              <a:gd name="connsiteX42" fmla="*/ 4393648 w 4417162"/>
              <a:gd name="connsiteY42" fmla="*/ 1870075 h 6858000"/>
              <a:gd name="connsiteX43" fmla="*/ 4405405 w 4417162"/>
              <a:gd name="connsiteY43" fmla="*/ 1922462 h 6858000"/>
              <a:gd name="connsiteX44" fmla="*/ 4413803 w 4417162"/>
              <a:gd name="connsiteY44" fmla="*/ 1982787 h 6858000"/>
              <a:gd name="connsiteX45" fmla="*/ 4417162 w 4417162"/>
              <a:gd name="connsiteY45" fmla="*/ 2051050 h 6858000"/>
              <a:gd name="connsiteX46" fmla="*/ 4413803 w 4417162"/>
              <a:gd name="connsiteY46" fmla="*/ 2119312 h 6858000"/>
              <a:gd name="connsiteX47" fmla="*/ 4405405 w 4417162"/>
              <a:gd name="connsiteY47" fmla="*/ 2179637 h 6858000"/>
              <a:gd name="connsiteX48" fmla="*/ 4393648 w 4417162"/>
              <a:gd name="connsiteY48" fmla="*/ 2232025 h 6858000"/>
              <a:gd name="connsiteX49" fmla="*/ 4378531 w 4417162"/>
              <a:gd name="connsiteY49" fmla="*/ 2278062 h 6858000"/>
              <a:gd name="connsiteX50" fmla="*/ 4361735 w 4417162"/>
              <a:gd name="connsiteY50" fmla="*/ 2319337 h 6858000"/>
              <a:gd name="connsiteX51" fmla="*/ 4341580 w 4417162"/>
              <a:gd name="connsiteY51" fmla="*/ 2359025 h 6858000"/>
              <a:gd name="connsiteX52" fmla="*/ 4321425 w 4417162"/>
              <a:gd name="connsiteY52" fmla="*/ 2395537 h 6858000"/>
              <a:gd name="connsiteX53" fmla="*/ 4301270 w 4417162"/>
              <a:gd name="connsiteY53" fmla="*/ 2433637 h 6858000"/>
              <a:gd name="connsiteX54" fmla="*/ 4282794 w 4417162"/>
              <a:gd name="connsiteY54" fmla="*/ 2471737 h 6858000"/>
              <a:gd name="connsiteX55" fmla="*/ 4264318 w 4417162"/>
              <a:gd name="connsiteY55" fmla="*/ 2513012 h 6858000"/>
              <a:gd name="connsiteX56" fmla="*/ 4249203 w 4417162"/>
              <a:gd name="connsiteY56" fmla="*/ 2560637 h 6858000"/>
              <a:gd name="connsiteX57" fmla="*/ 4239125 w 4417162"/>
              <a:gd name="connsiteY57" fmla="*/ 2613025 h 6858000"/>
              <a:gd name="connsiteX58" fmla="*/ 4229047 w 4417162"/>
              <a:gd name="connsiteY58" fmla="*/ 2671762 h 6858000"/>
              <a:gd name="connsiteX59" fmla="*/ 4227367 w 4417162"/>
              <a:gd name="connsiteY59" fmla="*/ 2741612 h 6858000"/>
              <a:gd name="connsiteX60" fmla="*/ 4229047 w 4417162"/>
              <a:gd name="connsiteY60" fmla="*/ 2809875 h 6858000"/>
              <a:gd name="connsiteX61" fmla="*/ 4239125 w 4417162"/>
              <a:gd name="connsiteY61" fmla="*/ 2868612 h 6858000"/>
              <a:gd name="connsiteX62" fmla="*/ 4249203 w 4417162"/>
              <a:gd name="connsiteY62" fmla="*/ 2922587 h 6858000"/>
              <a:gd name="connsiteX63" fmla="*/ 4264318 w 4417162"/>
              <a:gd name="connsiteY63" fmla="*/ 2967037 h 6858000"/>
              <a:gd name="connsiteX64" fmla="*/ 4282794 w 4417162"/>
              <a:gd name="connsiteY64" fmla="*/ 3009900 h 6858000"/>
              <a:gd name="connsiteX65" fmla="*/ 4301270 w 4417162"/>
              <a:gd name="connsiteY65" fmla="*/ 3046412 h 6858000"/>
              <a:gd name="connsiteX66" fmla="*/ 4321425 w 4417162"/>
              <a:gd name="connsiteY66" fmla="*/ 3084512 h 6858000"/>
              <a:gd name="connsiteX67" fmla="*/ 4341580 w 4417162"/>
              <a:gd name="connsiteY67" fmla="*/ 3121025 h 6858000"/>
              <a:gd name="connsiteX68" fmla="*/ 4361735 w 4417162"/>
              <a:gd name="connsiteY68" fmla="*/ 3160712 h 6858000"/>
              <a:gd name="connsiteX69" fmla="*/ 4378531 w 4417162"/>
              <a:gd name="connsiteY69" fmla="*/ 3201987 h 6858000"/>
              <a:gd name="connsiteX70" fmla="*/ 4393648 w 4417162"/>
              <a:gd name="connsiteY70" fmla="*/ 3248025 h 6858000"/>
              <a:gd name="connsiteX71" fmla="*/ 4405405 w 4417162"/>
              <a:gd name="connsiteY71" fmla="*/ 3300412 h 6858000"/>
              <a:gd name="connsiteX72" fmla="*/ 4413803 w 4417162"/>
              <a:gd name="connsiteY72" fmla="*/ 3360737 h 6858000"/>
              <a:gd name="connsiteX73" fmla="*/ 4417162 w 4417162"/>
              <a:gd name="connsiteY73" fmla="*/ 3427412 h 6858000"/>
              <a:gd name="connsiteX74" fmla="*/ 4413803 w 4417162"/>
              <a:gd name="connsiteY74" fmla="*/ 3497262 h 6858000"/>
              <a:gd name="connsiteX75" fmla="*/ 4405405 w 4417162"/>
              <a:gd name="connsiteY75" fmla="*/ 3557587 h 6858000"/>
              <a:gd name="connsiteX76" fmla="*/ 4393648 w 4417162"/>
              <a:gd name="connsiteY76" fmla="*/ 3609975 h 6858000"/>
              <a:gd name="connsiteX77" fmla="*/ 4378531 w 4417162"/>
              <a:gd name="connsiteY77" fmla="*/ 3656012 h 6858000"/>
              <a:gd name="connsiteX78" fmla="*/ 4361735 w 4417162"/>
              <a:gd name="connsiteY78" fmla="*/ 3697287 h 6858000"/>
              <a:gd name="connsiteX79" fmla="*/ 4341580 w 4417162"/>
              <a:gd name="connsiteY79" fmla="*/ 3736975 h 6858000"/>
              <a:gd name="connsiteX80" fmla="*/ 4301270 w 4417162"/>
              <a:gd name="connsiteY80" fmla="*/ 3811587 h 6858000"/>
              <a:gd name="connsiteX81" fmla="*/ 4282794 w 4417162"/>
              <a:gd name="connsiteY81" fmla="*/ 3848100 h 6858000"/>
              <a:gd name="connsiteX82" fmla="*/ 4264318 w 4417162"/>
              <a:gd name="connsiteY82" fmla="*/ 3890962 h 6858000"/>
              <a:gd name="connsiteX83" fmla="*/ 4249203 w 4417162"/>
              <a:gd name="connsiteY83" fmla="*/ 3935412 h 6858000"/>
              <a:gd name="connsiteX84" fmla="*/ 4239125 w 4417162"/>
              <a:gd name="connsiteY84" fmla="*/ 3987800 h 6858000"/>
              <a:gd name="connsiteX85" fmla="*/ 4229047 w 4417162"/>
              <a:gd name="connsiteY85" fmla="*/ 4048125 h 6858000"/>
              <a:gd name="connsiteX86" fmla="*/ 4227367 w 4417162"/>
              <a:gd name="connsiteY86" fmla="*/ 4116387 h 6858000"/>
              <a:gd name="connsiteX87" fmla="*/ 4229047 w 4417162"/>
              <a:gd name="connsiteY87" fmla="*/ 4186237 h 6858000"/>
              <a:gd name="connsiteX88" fmla="*/ 4239125 w 4417162"/>
              <a:gd name="connsiteY88" fmla="*/ 4244975 h 6858000"/>
              <a:gd name="connsiteX89" fmla="*/ 4249203 w 4417162"/>
              <a:gd name="connsiteY89" fmla="*/ 4297362 h 6858000"/>
              <a:gd name="connsiteX90" fmla="*/ 4264318 w 4417162"/>
              <a:gd name="connsiteY90" fmla="*/ 4343400 h 6858000"/>
              <a:gd name="connsiteX91" fmla="*/ 4282794 w 4417162"/>
              <a:gd name="connsiteY91" fmla="*/ 4386262 h 6858000"/>
              <a:gd name="connsiteX92" fmla="*/ 4301270 w 4417162"/>
              <a:gd name="connsiteY92" fmla="*/ 4424362 h 6858000"/>
              <a:gd name="connsiteX93" fmla="*/ 4341580 w 4417162"/>
              <a:gd name="connsiteY93" fmla="*/ 4498975 h 6858000"/>
              <a:gd name="connsiteX94" fmla="*/ 4361735 w 4417162"/>
              <a:gd name="connsiteY94" fmla="*/ 4537075 h 6858000"/>
              <a:gd name="connsiteX95" fmla="*/ 4378531 w 4417162"/>
              <a:gd name="connsiteY95" fmla="*/ 4579937 h 6858000"/>
              <a:gd name="connsiteX96" fmla="*/ 4393648 w 4417162"/>
              <a:gd name="connsiteY96" fmla="*/ 4625975 h 6858000"/>
              <a:gd name="connsiteX97" fmla="*/ 4405405 w 4417162"/>
              <a:gd name="connsiteY97" fmla="*/ 4678362 h 6858000"/>
              <a:gd name="connsiteX98" fmla="*/ 4413803 w 4417162"/>
              <a:gd name="connsiteY98" fmla="*/ 4738687 h 6858000"/>
              <a:gd name="connsiteX99" fmla="*/ 4417162 w 4417162"/>
              <a:gd name="connsiteY99" fmla="*/ 4806950 h 6858000"/>
              <a:gd name="connsiteX100" fmla="*/ 4413803 w 4417162"/>
              <a:gd name="connsiteY100" fmla="*/ 4875212 h 6858000"/>
              <a:gd name="connsiteX101" fmla="*/ 4405405 w 4417162"/>
              <a:gd name="connsiteY101" fmla="*/ 4935537 h 6858000"/>
              <a:gd name="connsiteX102" fmla="*/ 4393648 w 4417162"/>
              <a:gd name="connsiteY102" fmla="*/ 4987925 h 6858000"/>
              <a:gd name="connsiteX103" fmla="*/ 4378531 w 4417162"/>
              <a:gd name="connsiteY103" fmla="*/ 5033962 h 6858000"/>
              <a:gd name="connsiteX104" fmla="*/ 4361735 w 4417162"/>
              <a:gd name="connsiteY104" fmla="*/ 5075237 h 6858000"/>
              <a:gd name="connsiteX105" fmla="*/ 4341580 w 4417162"/>
              <a:gd name="connsiteY105" fmla="*/ 5114925 h 6858000"/>
              <a:gd name="connsiteX106" fmla="*/ 4321425 w 4417162"/>
              <a:gd name="connsiteY106" fmla="*/ 5149850 h 6858000"/>
              <a:gd name="connsiteX107" fmla="*/ 4301270 w 4417162"/>
              <a:gd name="connsiteY107" fmla="*/ 5186362 h 6858000"/>
              <a:gd name="connsiteX108" fmla="*/ 4282794 w 4417162"/>
              <a:gd name="connsiteY108" fmla="*/ 5226050 h 6858000"/>
              <a:gd name="connsiteX109" fmla="*/ 4264318 w 4417162"/>
              <a:gd name="connsiteY109" fmla="*/ 5268912 h 6858000"/>
              <a:gd name="connsiteX110" fmla="*/ 4249203 w 4417162"/>
              <a:gd name="connsiteY110" fmla="*/ 5313362 h 6858000"/>
              <a:gd name="connsiteX111" fmla="*/ 4239125 w 4417162"/>
              <a:gd name="connsiteY111" fmla="*/ 5365750 h 6858000"/>
              <a:gd name="connsiteX112" fmla="*/ 4229047 w 4417162"/>
              <a:gd name="connsiteY112" fmla="*/ 5426075 h 6858000"/>
              <a:gd name="connsiteX113" fmla="*/ 4227367 w 4417162"/>
              <a:gd name="connsiteY113" fmla="*/ 5494337 h 6858000"/>
              <a:gd name="connsiteX114" fmla="*/ 4229047 w 4417162"/>
              <a:gd name="connsiteY114" fmla="*/ 5562600 h 6858000"/>
              <a:gd name="connsiteX115" fmla="*/ 4239125 w 4417162"/>
              <a:gd name="connsiteY115" fmla="*/ 5622925 h 6858000"/>
              <a:gd name="connsiteX116" fmla="*/ 4249203 w 4417162"/>
              <a:gd name="connsiteY116" fmla="*/ 5675312 h 6858000"/>
              <a:gd name="connsiteX117" fmla="*/ 4264318 w 4417162"/>
              <a:gd name="connsiteY117" fmla="*/ 5721350 h 6858000"/>
              <a:gd name="connsiteX118" fmla="*/ 4282794 w 4417162"/>
              <a:gd name="connsiteY118" fmla="*/ 5762625 h 6858000"/>
              <a:gd name="connsiteX119" fmla="*/ 4301270 w 4417162"/>
              <a:gd name="connsiteY119" fmla="*/ 5802312 h 6858000"/>
              <a:gd name="connsiteX120" fmla="*/ 4321425 w 4417162"/>
              <a:gd name="connsiteY120" fmla="*/ 5840412 h 6858000"/>
              <a:gd name="connsiteX121" fmla="*/ 4341580 w 4417162"/>
              <a:gd name="connsiteY121" fmla="*/ 5876925 h 6858000"/>
              <a:gd name="connsiteX122" fmla="*/ 4361735 w 4417162"/>
              <a:gd name="connsiteY122" fmla="*/ 5915025 h 6858000"/>
              <a:gd name="connsiteX123" fmla="*/ 4378531 w 4417162"/>
              <a:gd name="connsiteY123" fmla="*/ 5956300 h 6858000"/>
              <a:gd name="connsiteX124" fmla="*/ 4393648 w 4417162"/>
              <a:gd name="connsiteY124" fmla="*/ 6003925 h 6858000"/>
              <a:gd name="connsiteX125" fmla="*/ 4405405 w 4417162"/>
              <a:gd name="connsiteY125" fmla="*/ 6056312 h 6858000"/>
              <a:gd name="connsiteX126" fmla="*/ 4413803 w 4417162"/>
              <a:gd name="connsiteY126" fmla="*/ 6113462 h 6858000"/>
              <a:gd name="connsiteX127" fmla="*/ 4417162 w 4417162"/>
              <a:gd name="connsiteY127" fmla="*/ 6183312 h 6858000"/>
              <a:gd name="connsiteX128" fmla="*/ 4413803 w 4417162"/>
              <a:gd name="connsiteY128" fmla="*/ 6251575 h 6858000"/>
              <a:gd name="connsiteX129" fmla="*/ 4405405 w 4417162"/>
              <a:gd name="connsiteY129" fmla="*/ 6311900 h 6858000"/>
              <a:gd name="connsiteX130" fmla="*/ 4393648 w 4417162"/>
              <a:gd name="connsiteY130" fmla="*/ 6361112 h 6858000"/>
              <a:gd name="connsiteX131" fmla="*/ 4378531 w 4417162"/>
              <a:gd name="connsiteY131" fmla="*/ 6407150 h 6858000"/>
              <a:gd name="connsiteX132" fmla="*/ 4361735 w 4417162"/>
              <a:gd name="connsiteY132" fmla="*/ 6448425 h 6858000"/>
              <a:gd name="connsiteX133" fmla="*/ 4343260 w 4417162"/>
              <a:gd name="connsiteY133" fmla="*/ 6488112 h 6858000"/>
              <a:gd name="connsiteX134" fmla="*/ 4324784 w 4417162"/>
              <a:gd name="connsiteY134" fmla="*/ 6523037 h 6858000"/>
              <a:gd name="connsiteX135" fmla="*/ 4304629 w 4417162"/>
              <a:gd name="connsiteY135" fmla="*/ 6561137 h 6858000"/>
              <a:gd name="connsiteX136" fmla="*/ 4284474 w 4417162"/>
              <a:gd name="connsiteY136" fmla="*/ 6597650 h 6858000"/>
              <a:gd name="connsiteX137" fmla="*/ 4267678 w 4417162"/>
              <a:gd name="connsiteY137" fmla="*/ 6640512 h 6858000"/>
              <a:gd name="connsiteX138" fmla="*/ 4250882 w 4417162"/>
              <a:gd name="connsiteY138" fmla="*/ 6683375 h 6858000"/>
              <a:gd name="connsiteX139" fmla="*/ 4240804 w 4417162"/>
              <a:gd name="connsiteY139" fmla="*/ 6735762 h 6858000"/>
              <a:gd name="connsiteX140" fmla="*/ 4232407 w 4417162"/>
              <a:gd name="connsiteY140" fmla="*/ 6791325 h 6858000"/>
              <a:gd name="connsiteX141" fmla="*/ 4227367 w 4417162"/>
              <a:gd name="connsiteY141" fmla="*/ 6858000 h 6858000"/>
              <a:gd name="connsiteX142" fmla="*/ 2310062 w 4417162"/>
              <a:gd name="connsiteY142" fmla="*/ 6858000 h 6858000"/>
              <a:gd name="connsiteX143" fmla="*/ 144378 w 4417162"/>
              <a:gd name="connsiteY143" fmla="*/ 6858000 h 6858000"/>
              <a:gd name="connsiteX144" fmla="*/ 0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0" y="0"/>
                </a:moveTo>
                <a:lnTo>
                  <a:pt x="144378" y="0"/>
                </a:lnTo>
                <a:lnTo>
                  <a:pt x="2310062" y="0"/>
                </a:lnTo>
                <a:lnTo>
                  <a:pt x="4227367" y="0"/>
                </a:lnTo>
                <a:lnTo>
                  <a:pt x="4232407" y="66675"/>
                </a:lnTo>
                <a:lnTo>
                  <a:pt x="4240804" y="122237"/>
                </a:lnTo>
                <a:lnTo>
                  <a:pt x="4250882" y="174625"/>
                </a:lnTo>
                <a:lnTo>
                  <a:pt x="4267678" y="217487"/>
                </a:lnTo>
                <a:lnTo>
                  <a:pt x="4284474" y="260350"/>
                </a:lnTo>
                <a:lnTo>
                  <a:pt x="4304629" y="296862"/>
                </a:lnTo>
                <a:lnTo>
                  <a:pt x="4324784" y="334962"/>
                </a:lnTo>
                <a:lnTo>
                  <a:pt x="4343260" y="369887"/>
                </a:lnTo>
                <a:lnTo>
                  <a:pt x="4361735" y="409575"/>
                </a:lnTo>
                <a:lnTo>
                  <a:pt x="4378531" y="450850"/>
                </a:lnTo>
                <a:lnTo>
                  <a:pt x="4393648" y="496887"/>
                </a:lnTo>
                <a:lnTo>
                  <a:pt x="4405405" y="546100"/>
                </a:lnTo>
                <a:lnTo>
                  <a:pt x="4413803" y="606425"/>
                </a:lnTo>
                <a:lnTo>
                  <a:pt x="4417162" y="673100"/>
                </a:lnTo>
                <a:lnTo>
                  <a:pt x="4413803" y="744537"/>
                </a:lnTo>
                <a:lnTo>
                  <a:pt x="4405405" y="801687"/>
                </a:lnTo>
                <a:lnTo>
                  <a:pt x="4393648" y="854075"/>
                </a:lnTo>
                <a:lnTo>
                  <a:pt x="4378531" y="901700"/>
                </a:lnTo>
                <a:lnTo>
                  <a:pt x="4361735" y="942975"/>
                </a:lnTo>
                <a:lnTo>
                  <a:pt x="4341580" y="981075"/>
                </a:lnTo>
                <a:lnTo>
                  <a:pt x="4321425" y="1017587"/>
                </a:lnTo>
                <a:lnTo>
                  <a:pt x="4301270" y="1055687"/>
                </a:lnTo>
                <a:lnTo>
                  <a:pt x="4282794" y="1095375"/>
                </a:lnTo>
                <a:lnTo>
                  <a:pt x="4264318" y="1136650"/>
                </a:lnTo>
                <a:lnTo>
                  <a:pt x="4249203" y="1182687"/>
                </a:lnTo>
                <a:lnTo>
                  <a:pt x="4239125" y="1235075"/>
                </a:lnTo>
                <a:lnTo>
                  <a:pt x="4229047" y="1295400"/>
                </a:lnTo>
                <a:lnTo>
                  <a:pt x="4227367" y="1363662"/>
                </a:lnTo>
                <a:lnTo>
                  <a:pt x="4229047" y="1431925"/>
                </a:lnTo>
                <a:lnTo>
                  <a:pt x="4239125" y="1492250"/>
                </a:lnTo>
                <a:lnTo>
                  <a:pt x="4249203" y="1544637"/>
                </a:lnTo>
                <a:lnTo>
                  <a:pt x="4264318" y="1589087"/>
                </a:lnTo>
                <a:lnTo>
                  <a:pt x="4282794" y="1631950"/>
                </a:lnTo>
                <a:lnTo>
                  <a:pt x="4301270" y="1671637"/>
                </a:lnTo>
                <a:lnTo>
                  <a:pt x="4321425" y="1708150"/>
                </a:lnTo>
                <a:lnTo>
                  <a:pt x="4341580" y="1743075"/>
                </a:lnTo>
                <a:lnTo>
                  <a:pt x="4361735" y="1782762"/>
                </a:lnTo>
                <a:lnTo>
                  <a:pt x="4378531" y="1824037"/>
                </a:lnTo>
                <a:lnTo>
                  <a:pt x="4393648" y="1870075"/>
                </a:lnTo>
                <a:lnTo>
                  <a:pt x="4405405" y="1922462"/>
                </a:lnTo>
                <a:lnTo>
                  <a:pt x="4413803" y="1982787"/>
                </a:lnTo>
                <a:lnTo>
                  <a:pt x="4417162" y="2051050"/>
                </a:lnTo>
                <a:lnTo>
                  <a:pt x="4413803" y="2119312"/>
                </a:lnTo>
                <a:lnTo>
                  <a:pt x="4405405" y="2179637"/>
                </a:lnTo>
                <a:lnTo>
                  <a:pt x="4393648" y="2232025"/>
                </a:lnTo>
                <a:lnTo>
                  <a:pt x="4378531" y="2278062"/>
                </a:lnTo>
                <a:lnTo>
                  <a:pt x="4361735" y="2319337"/>
                </a:lnTo>
                <a:lnTo>
                  <a:pt x="4341580" y="2359025"/>
                </a:lnTo>
                <a:lnTo>
                  <a:pt x="4321425" y="2395537"/>
                </a:lnTo>
                <a:lnTo>
                  <a:pt x="4301270" y="2433637"/>
                </a:lnTo>
                <a:lnTo>
                  <a:pt x="4282794" y="2471737"/>
                </a:lnTo>
                <a:lnTo>
                  <a:pt x="4264318" y="2513012"/>
                </a:lnTo>
                <a:lnTo>
                  <a:pt x="4249203" y="2560637"/>
                </a:lnTo>
                <a:lnTo>
                  <a:pt x="4239125" y="2613025"/>
                </a:lnTo>
                <a:lnTo>
                  <a:pt x="4229047" y="2671762"/>
                </a:lnTo>
                <a:lnTo>
                  <a:pt x="4227367" y="2741612"/>
                </a:lnTo>
                <a:lnTo>
                  <a:pt x="4229047" y="2809875"/>
                </a:lnTo>
                <a:lnTo>
                  <a:pt x="4239125" y="2868612"/>
                </a:lnTo>
                <a:lnTo>
                  <a:pt x="4249203" y="2922587"/>
                </a:lnTo>
                <a:lnTo>
                  <a:pt x="4264318" y="2967037"/>
                </a:lnTo>
                <a:lnTo>
                  <a:pt x="4282794" y="3009900"/>
                </a:lnTo>
                <a:lnTo>
                  <a:pt x="4301270" y="3046412"/>
                </a:lnTo>
                <a:lnTo>
                  <a:pt x="4321425" y="3084512"/>
                </a:lnTo>
                <a:lnTo>
                  <a:pt x="4341580" y="3121025"/>
                </a:lnTo>
                <a:lnTo>
                  <a:pt x="4361735" y="3160712"/>
                </a:lnTo>
                <a:lnTo>
                  <a:pt x="4378531" y="3201987"/>
                </a:lnTo>
                <a:lnTo>
                  <a:pt x="4393648" y="3248025"/>
                </a:lnTo>
                <a:lnTo>
                  <a:pt x="4405405" y="3300412"/>
                </a:lnTo>
                <a:lnTo>
                  <a:pt x="4413803" y="3360737"/>
                </a:lnTo>
                <a:lnTo>
                  <a:pt x="4417162" y="3427412"/>
                </a:lnTo>
                <a:lnTo>
                  <a:pt x="4413803" y="3497262"/>
                </a:lnTo>
                <a:lnTo>
                  <a:pt x="4405405" y="3557587"/>
                </a:lnTo>
                <a:lnTo>
                  <a:pt x="4393648" y="3609975"/>
                </a:lnTo>
                <a:lnTo>
                  <a:pt x="4378531" y="3656012"/>
                </a:lnTo>
                <a:lnTo>
                  <a:pt x="4361735" y="3697287"/>
                </a:lnTo>
                <a:lnTo>
                  <a:pt x="4341580" y="3736975"/>
                </a:lnTo>
                <a:lnTo>
                  <a:pt x="4301270" y="3811587"/>
                </a:lnTo>
                <a:lnTo>
                  <a:pt x="4282794" y="3848100"/>
                </a:lnTo>
                <a:lnTo>
                  <a:pt x="4264318" y="3890962"/>
                </a:lnTo>
                <a:lnTo>
                  <a:pt x="4249203" y="3935412"/>
                </a:lnTo>
                <a:lnTo>
                  <a:pt x="4239125" y="3987800"/>
                </a:lnTo>
                <a:lnTo>
                  <a:pt x="4229047" y="4048125"/>
                </a:lnTo>
                <a:lnTo>
                  <a:pt x="4227367" y="4116387"/>
                </a:lnTo>
                <a:lnTo>
                  <a:pt x="4229047" y="4186237"/>
                </a:lnTo>
                <a:lnTo>
                  <a:pt x="4239125" y="4244975"/>
                </a:lnTo>
                <a:lnTo>
                  <a:pt x="4249203" y="4297362"/>
                </a:lnTo>
                <a:lnTo>
                  <a:pt x="4264318" y="4343400"/>
                </a:lnTo>
                <a:lnTo>
                  <a:pt x="4282794" y="4386262"/>
                </a:lnTo>
                <a:lnTo>
                  <a:pt x="4301270" y="4424362"/>
                </a:lnTo>
                <a:lnTo>
                  <a:pt x="4341580" y="4498975"/>
                </a:lnTo>
                <a:lnTo>
                  <a:pt x="4361735" y="4537075"/>
                </a:lnTo>
                <a:lnTo>
                  <a:pt x="4378531" y="4579937"/>
                </a:lnTo>
                <a:lnTo>
                  <a:pt x="4393648" y="4625975"/>
                </a:lnTo>
                <a:lnTo>
                  <a:pt x="4405405" y="4678362"/>
                </a:lnTo>
                <a:lnTo>
                  <a:pt x="4413803" y="4738687"/>
                </a:lnTo>
                <a:lnTo>
                  <a:pt x="4417162" y="4806950"/>
                </a:lnTo>
                <a:lnTo>
                  <a:pt x="4413803" y="4875212"/>
                </a:lnTo>
                <a:lnTo>
                  <a:pt x="4405405" y="4935537"/>
                </a:lnTo>
                <a:lnTo>
                  <a:pt x="4393648" y="4987925"/>
                </a:lnTo>
                <a:lnTo>
                  <a:pt x="4378531" y="5033962"/>
                </a:lnTo>
                <a:lnTo>
                  <a:pt x="4361735" y="5075237"/>
                </a:lnTo>
                <a:lnTo>
                  <a:pt x="4341580" y="5114925"/>
                </a:lnTo>
                <a:lnTo>
                  <a:pt x="4321425" y="5149850"/>
                </a:lnTo>
                <a:lnTo>
                  <a:pt x="4301270" y="5186362"/>
                </a:lnTo>
                <a:lnTo>
                  <a:pt x="4282794" y="5226050"/>
                </a:lnTo>
                <a:lnTo>
                  <a:pt x="4264318" y="5268912"/>
                </a:lnTo>
                <a:lnTo>
                  <a:pt x="4249203" y="5313362"/>
                </a:lnTo>
                <a:lnTo>
                  <a:pt x="4239125" y="5365750"/>
                </a:lnTo>
                <a:lnTo>
                  <a:pt x="4229047" y="5426075"/>
                </a:lnTo>
                <a:lnTo>
                  <a:pt x="4227367" y="5494337"/>
                </a:lnTo>
                <a:lnTo>
                  <a:pt x="4229047" y="5562600"/>
                </a:lnTo>
                <a:lnTo>
                  <a:pt x="4239125" y="5622925"/>
                </a:lnTo>
                <a:lnTo>
                  <a:pt x="4249203" y="5675312"/>
                </a:lnTo>
                <a:lnTo>
                  <a:pt x="4264318" y="5721350"/>
                </a:lnTo>
                <a:lnTo>
                  <a:pt x="4282794" y="5762625"/>
                </a:lnTo>
                <a:lnTo>
                  <a:pt x="4301270" y="5802312"/>
                </a:lnTo>
                <a:lnTo>
                  <a:pt x="4321425" y="5840412"/>
                </a:lnTo>
                <a:lnTo>
                  <a:pt x="4341580" y="5876925"/>
                </a:lnTo>
                <a:lnTo>
                  <a:pt x="4361735" y="5915025"/>
                </a:lnTo>
                <a:lnTo>
                  <a:pt x="4378531" y="5956300"/>
                </a:lnTo>
                <a:lnTo>
                  <a:pt x="4393648" y="6003925"/>
                </a:lnTo>
                <a:lnTo>
                  <a:pt x="4405405" y="6056312"/>
                </a:lnTo>
                <a:lnTo>
                  <a:pt x="4413803" y="6113462"/>
                </a:lnTo>
                <a:lnTo>
                  <a:pt x="4417162" y="6183312"/>
                </a:lnTo>
                <a:lnTo>
                  <a:pt x="4413803" y="6251575"/>
                </a:lnTo>
                <a:lnTo>
                  <a:pt x="4405405" y="6311900"/>
                </a:lnTo>
                <a:lnTo>
                  <a:pt x="4393648" y="6361112"/>
                </a:lnTo>
                <a:lnTo>
                  <a:pt x="4378531" y="6407150"/>
                </a:lnTo>
                <a:lnTo>
                  <a:pt x="4361735" y="6448425"/>
                </a:lnTo>
                <a:lnTo>
                  <a:pt x="4343260" y="6488112"/>
                </a:lnTo>
                <a:lnTo>
                  <a:pt x="4324784" y="6523037"/>
                </a:lnTo>
                <a:lnTo>
                  <a:pt x="4304629" y="6561137"/>
                </a:lnTo>
                <a:lnTo>
                  <a:pt x="4284474" y="6597650"/>
                </a:lnTo>
                <a:lnTo>
                  <a:pt x="4267678" y="6640512"/>
                </a:lnTo>
                <a:lnTo>
                  <a:pt x="4250882" y="6683375"/>
                </a:lnTo>
                <a:lnTo>
                  <a:pt x="4240804" y="6735762"/>
                </a:lnTo>
                <a:lnTo>
                  <a:pt x="4232407" y="6791325"/>
                </a:lnTo>
                <a:lnTo>
                  <a:pt x="4227367" y="6858000"/>
                </a:lnTo>
                <a:lnTo>
                  <a:pt x="2310062" y="6858000"/>
                </a:lnTo>
                <a:lnTo>
                  <a:pt x="14437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A7A4B465-FBCC-4CD4-89A1-82992A7B4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272784" cy="6858000"/>
          </a:xfrm>
          <a:custGeom>
            <a:avLst/>
            <a:gdLst>
              <a:gd name="connsiteX0" fmla="*/ 0 w 4272784"/>
              <a:gd name="connsiteY0" fmla="*/ 0 h 6858000"/>
              <a:gd name="connsiteX1" fmla="*/ 4082989 w 4272784"/>
              <a:gd name="connsiteY1" fmla="*/ 0 h 6858000"/>
              <a:gd name="connsiteX2" fmla="*/ 4088029 w 4272784"/>
              <a:gd name="connsiteY2" fmla="*/ 66675 h 6858000"/>
              <a:gd name="connsiteX3" fmla="*/ 4096426 w 4272784"/>
              <a:gd name="connsiteY3" fmla="*/ 122237 h 6858000"/>
              <a:gd name="connsiteX4" fmla="*/ 4106504 w 4272784"/>
              <a:gd name="connsiteY4" fmla="*/ 174625 h 6858000"/>
              <a:gd name="connsiteX5" fmla="*/ 4123300 w 4272784"/>
              <a:gd name="connsiteY5" fmla="*/ 217487 h 6858000"/>
              <a:gd name="connsiteX6" fmla="*/ 4140096 w 4272784"/>
              <a:gd name="connsiteY6" fmla="*/ 260350 h 6858000"/>
              <a:gd name="connsiteX7" fmla="*/ 4160251 w 4272784"/>
              <a:gd name="connsiteY7" fmla="*/ 296862 h 6858000"/>
              <a:gd name="connsiteX8" fmla="*/ 4180406 w 4272784"/>
              <a:gd name="connsiteY8" fmla="*/ 334962 h 6858000"/>
              <a:gd name="connsiteX9" fmla="*/ 4198882 w 4272784"/>
              <a:gd name="connsiteY9" fmla="*/ 369887 h 6858000"/>
              <a:gd name="connsiteX10" fmla="*/ 4217357 w 4272784"/>
              <a:gd name="connsiteY10" fmla="*/ 409575 h 6858000"/>
              <a:gd name="connsiteX11" fmla="*/ 4234153 w 4272784"/>
              <a:gd name="connsiteY11" fmla="*/ 450850 h 6858000"/>
              <a:gd name="connsiteX12" fmla="*/ 4249270 w 4272784"/>
              <a:gd name="connsiteY12" fmla="*/ 496887 h 6858000"/>
              <a:gd name="connsiteX13" fmla="*/ 4261027 w 4272784"/>
              <a:gd name="connsiteY13" fmla="*/ 546100 h 6858000"/>
              <a:gd name="connsiteX14" fmla="*/ 4269425 w 4272784"/>
              <a:gd name="connsiteY14" fmla="*/ 606425 h 6858000"/>
              <a:gd name="connsiteX15" fmla="*/ 4272784 w 4272784"/>
              <a:gd name="connsiteY15" fmla="*/ 673100 h 6858000"/>
              <a:gd name="connsiteX16" fmla="*/ 4269425 w 4272784"/>
              <a:gd name="connsiteY16" fmla="*/ 744537 h 6858000"/>
              <a:gd name="connsiteX17" fmla="*/ 4261027 w 4272784"/>
              <a:gd name="connsiteY17" fmla="*/ 801687 h 6858000"/>
              <a:gd name="connsiteX18" fmla="*/ 4249270 w 4272784"/>
              <a:gd name="connsiteY18" fmla="*/ 854075 h 6858000"/>
              <a:gd name="connsiteX19" fmla="*/ 4234153 w 4272784"/>
              <a:gd name="connsiteY19" fmla="*/ 901700 h 6858000"/>
              <a:gd name="connsiteX20" fmla="*/ 4217357 w 4272784"/>
              <a:gd name="connsiteY20" fmla="*/ 942975 h 6858000"/>
              <a:gd name="connsiteX21" fmla="*/ 4197202 w 4272784"/>
              <a:gd name="connsiteY21" fmla="*/ 981075 h 6858000"/>
              <a:gd name="connsiteX22" fmla="*/ 4177047 w 4272784"/>
              <a:gd name="connsiteY22" fmla="*/ 1017587 h 6858000"/>
              <a:gd name="connsiteX23" fmla="*/ 4156892 w 4272784"/>
              <a:gd name="connsiteY23" fmla="*/ 1055687 h 6858000"/>
              <a:gd name="connsiteX24" fmla="*/ 4138416 w 4272784"/>
              <a:gd name="connsiteY24" fmla="*/ 1095375 h 6858000"/>
              <a:gd name="connsiteX25" fmla="*/ 4119940 w 4272784"/>
              <a:gd name="connsiteY25" fmla="*/ 1136650 h 6858000"/>
              <a:gd name="connsiteX26" fmla="*/ 4104825 w 4272784"/>
              <a:gd name="connsiteY26" fmla="*/ 1182687 h 6858000"/>
              <a:gd name="connsiteX27" fmla="*/ 4094747 w 4272784"/>
              <a:gd name="connsiteY27" fmla="*/ 1235075 h 6858000"/>
              <a:gd name="connsiteX28" fmla="*/ 4084669 w 4272784"/>
              <a:gd name="connsiteY28" fmla="*/ 1295400 h 6858000"/>
              <a:gd name="connsiteX29" fmla="*/ 4082989 w 4272784"/>
              <a:gd name="connsiteY29" fmla="*/ 1363662 h 6858000"/>
              <a:gd name="connsiteX30" fmla="*/ 4084669 w 4272784"/>
              <a:gd name="connsiteY30" fmla="*/ 1431925 h 6858000"/>
              <a:gd name="connsiteX31" fmla="*/ 4094747 w 4272784"/>
              <a:gd name="connsiteY31" fmla="*/ 1492250 h 6858000"/>
              <a:gd name="connsiteX32" fmla="*/ 4104825 w 4272784"/>
              <a:gd name="connsiteY32" fmla="*/ 1544637 h 6858000"/>
              <a:gd name="connsiteX33" fmla="*/ 4119940 w 4272784"/>
              <a:gd name="connsiteY33" fmla="*/ 1589087 h 6858000"/>
              <a:gd name="connsiteX34" fmla="*/ 4138416 w 4272784"/>
              <a:gd name="connsiteY34" fmla="*/ 1631950 h 6858000"/>
              <a:gd name="connsiteX35" fmla="*/ 4156892 w 4272784"/>
              <a:gd name="connsiteY35" fmla="*/ 1671637 h 6858000"/>
              <a:gd name="connsiteX36" fmla="*/ 4177047 w 4272784"/>
              <a:gd name="connsiteY36" fmla="*/ 1708150 h 6858000"/>
              <a:gd name="connsiteX37" fmla="*/ 4197202 w 4272784"/>
              <a:gd name="connsiteY37" fmla="*/ 1743075 h 6858000"/>
              <a:gd name="connsiteX38" fmla="*/ 4217357 w 4272784"/>
              <a:gd name="connsiteY38" fmla="*/ 1782762 h 6858000"/>
              <a:gd name="connsiteX39" fmla="*/ 4234153 w 4272784"/>
              <a:gd name="connsiteY39" fmla="*/ 1824037 h 6858000"/>
              <a:gd name="connsiteX40" fmla="*/ 4249270 w 4272784"/>
              <a:gd name="connsiteY40" fmla="*/ 1870075 h 6858000"/>
              <a:gd name="connsiteX41" fmla="*/ 4261027 w 4272784"/>
              <a:gd name="connsiteY41" fmla="*/ 1922462 h 6858000"/>
              <a:gd name="connsiteX42" fmla="*/ 4269425 w 4272784"/>
              <a:gd name="connsiteY42" fmla="*/ 1982787 h 6858000"/>
              <a:gd name="connsiteX43" fmla="*/ 4272784 w 4272784"/>
              <a:gd name="connsiteY43" fmla="*/ 2051050 h 6858000"/>
              <a:gd name="connsiteX44" fmla="*/ 4269425 w 4272784"/>
              <a:gd name="connsiteY44" fmla="*/ 2119312 h 6858000"/>
              <a:gd name="connsiteX45" fmla="*/ 4261027 w 4272784"/>
              <a:gd name="connsiteY45" fmla="*/ 2179637 h 6858000"/>
              <a:gd name="connsiteX46" fmla="*/ 4249270 w 4272784"/>
              <a:gd name="connsiteY46" fmla="*/ 2232025 h 6858000"/>
              <a:gd name="connsiteX47" fmla="*/ 4234153 w 4272784"/>
              <a:gd name="connsiteY47" fmla="*/ 2278062 h 6858000"/>
              <a:gd name="connsiteX48" fmla="*/ 4217357 w 4272784"/>
              <a:gd name="connsiteY48" fmla="*/ 2319337 h 6858000"/>
              <a:gd name="connsiteX49" fmla="*/ 4197202 w 4272784"/>
              <a:gd name="connsiteY49" fmla="*/ 2359025 h 6858000"/>
              <a:gd name="connsiteX50" fmla="*/ 4177047 w 4272784"/>
              <a:gd name="connsiteY50" fmla="*/ 2395537 h 6858000"/>
              <a:gd name="connsiteX51" fmla="*/ 4156892 w 4272784"/>
              <a:gd name="connsiteY51" fmla="*/ 2433637 h 6858000"/>
              <a:gd name="connsiteX52" fmla="*/ 4138416 w 4272784"/>
              <a:gd name="connsiteY52" fmla="*/ 2471737 h 6858000"/>
              <a:gd name="connsiteX53" fmla="*/ 4119940 w 4272784"/>
              <a:gd name="connsiteY53" fmla="*/ 2513012 h 6858000"/>
              <a:gd name="connsiteX54" fmla="*/ 4104825 w 4272784"/>
              <a:gd name="connsiteY54" fmla="*/ 2560637 h 6858000"/>
              <a:gd name="connsiteX55" fmla="*/ 4094747 w 4272784"/>
              <a:gd name="connsiteY55" fmla="*/ 2613025 h 6858000"/>
              <a:gd name="connsiteX56" fmla="*/ 4084669 w 4272784"/>
              <a:gd name="connsiteY56" fmla="*/ 2671762 h 6858000"/>
              <a:gd name="connsiteX57" fmla="*/ 4082989 w 4272784"/>
              <a:gd name="connsiteY57" fmla="*/ 2741612 h 6858000"/>
              <a:gd name="connsiteX58" fmla="*/ 4084669 w 4272784"/>
              <a:gd name="connsiteY58" fmla="*/ 2809875 h 6858000"/>
              <a:gd name="connsiteX59" fmla="*/ 4094747 w 4272784"/>
              <a:gd name="connsiteY59" fmla="*/ 2868612 h 6858000"/>
              <a:gd name="connsiteX60" fmla="*/ 4104825 w 4272784"/>
              <a:gd name="connsiteY60" fmla="*/ 2922587 h 6858000"/>
              <a:gd name="connsiteX61" fmla="*/ 4119940 w 4272784"/>
              <a:gd name="connsiteY61" fmla="*/ 2967037 h 6858000"/>
              <a:gd name="connsiteX62" fmla="*/ 4138416 w 4272784"/>
              <a:gd name="connsiteY62" fmla="*/ 3009900 h 6858000"/>
              <a:gd name="connsiteX63" fmla="*/ 4156892 w 4272784"/>
              <a:gd name="connsiteY63" fmla="*/ 3046412 h 6858000"/>
              <a:gd name="connsiteX64" fmla="*/ 4177047 w 4272784"/>
              <a:gd name="connsiteY64" fmla="*/ 3084512 h 6858000"/>
              <a:gd name="connsiteX65" fmla="*/ 4197202 w 4272784"/>
              <a:gd name="connsiteY65" fmla="*/ 3121025 h 6858000"/>
              <a:gd name="connsiteX66" fmla="*/ 4217357 w 4272784"/>
              <a:gd name="connsiteY66" fmla="*/ 3160712 h 6858000"/>
              <a:gd name="connsiteX67" fmla="*/ 4234153 w 4272784"/>
              <a:gd name="connsiteY67" fmla="*/ 3201987 h 6858000"/>
              <a:gd name="connsiteX68" fmla="*/ 4249270 w 4272784"/>
              <a:gd name="connsiteY68" fmla="*/ 3248025 h 6858000"/>
              <a:gd name="connsiteX69" fmla="*/ 4261027 w 4272784"/>
              <a:gd name="connsiteY69" fmla="*/ 3300412 h 6858000"/>
              <a:gd name="connsiteX70" fmla="*/ 4269425 w 4272784"/>
              <a:gd name="connsiteY70" fmla="*/ 3360737 h 6858000"/>
              <a:gd name="connsiteX71" fmla="*/ 4272784 w 4272784"/>
              <a:gd name="connsiteY71" fmla="*/ 3427412 h 6858000"/>
              <a:gd name="connsiteX72" fmla="*/ 4269425 w 4272784"/>
              <a:gd name="connsiteY72" fmla="*/ 3497262 h 6858000"/>
              <a:gd name="connsiteX73" fmla="*/ 4261027 w 4272784"/>
              <a:gd name="connsiteY73" fmla="*/ 3557587 h 6858000"/>
              <a:gd name="connsiteX74" fmla="*/ 4249270 w 4272784"/>
              <a:gd name="connsiteY74" fmla="*/ 3609975 h 6858000"/>
              <a:gd name="connsiteX75" fmla="*/ 4234153 w 4272784"/>
              <a:gd name="connsiteY75" fmla="*/ 3656012 h 6858000"/>
              <a:gd name="connsiteX76" fmla="*/ 4217357 w 4272784"/>
              <a:gd name="connsiteY76" fmla="*/ 3697287 h 6858000"/>
              <a:gd name="connsiteX77" fmla="*/ 4197202 w 4272784"/>
              <a:gd name="connsiteY77" fmla="*/ 3736975 h 6858000"/>
              <a:gd name="connsiteX78" fmla="*/ 4156892 w 4272784"/>
              <a:gd name="connsiteY78" fmla="*/ 3811587 h 6858000"/>
              <a:gd name="connsiteX79" fmla="*/ 4138416 w 4272784"/>
              <a:gd name="connsiteY79" fmla="*/ 3848100 h 6858000"/>
              <a:gd name="connsiteX80" fmla="*/ 4119940 w 4272784"/>
              <a:gd name="connsiteY80" fmla="*/ 3890962 h 6858000"/>
              <a:gd name="connsiteX81" fmla="*/ 4104825 w 4272784"/>
              <a:gd name="connsiteY81" fmla="*/ 3935412 h 6858000"/>
              <a:gd name="connsiteX82" fmla="*/ 4094747 w 4272784"/>
              <a:gd name="connsiteY82" fmla="*/ 3987800 h 6858000"/>
              <a:gd name="connsiteX83" fmla="*/ 4084669 w 4272784"/>
              <a:gd name="connsiteY83" fmla="*/ 4048125 h 6858000"/>
              <a:gd name="connsiteX84" fmla="*/ 4082989 w 4272784"/>
              <a:gd name="connsiteY84" fmla="*/ 4116387 h 6858000"/>
              <a:gd name="connsiteX85" fmla="*/ 4084669 w 4272784"/>
              <a:gd name="connsiteY85" fmla="*/ 4186237 h 6858000"/>
              <a:gd name="connsiteX86" fmla="*/ 4094747 w 4272784"/>
              <a:gd name="connsiteY86" fmla="*/ 4244975 h 6858000"/>
              <a:gd name="connsiteX87" fmla="*/ 4104825 w 4272784"/>
              <a:gd name="connsiteY87" fmla="*/ 4297362 h 6858000"/>
              <a:gd name="connsiteX88" fmla="*/ 4119940 w 4272784"/>
              <a:gd name="connsiteY88" fmla="*/ 4343400 h 6858000"/>
              <a:gd name="connsiteX89" fmla="*/ 4138416 w 4272784"/>
              <a:gd name="connsiteY89" fmla="*/ 4386262 h 6858000"/>
              <a:gd name="connsiteX90" fmla="*/ 4156892 w 4272784"/>
              <a:gd name="connsiteY90" fmla="*/ 4424362 h 6858000"/>
              <a:gd name="connsiteX91" fmla="*/ 4197202 w 4272784"/>
              <a:gd name="connsiteY91" fmla="*/ 4498975 h 6858000"/>
              <a:gd name="connsiteX92" fmla="*/ 4217357 w 4272784"/>
              <a:gd name="connsiteY92" fmla="*/ 4537075 h 6858000"/>
              <a:gd name="connsiteX93" fmla="*/ 4234153 w 4272784"/>
              <a:gd name="connsiteY93" fmla="*/ 4579937 h 6858000"/>
              <a:gd name="connsiteX94" fmla="*/ 4249270 w 4272784"/>
              <a:gd name="connsiteY94" fmla="*/ 4625975 h 6858000"/>
              <a:gd name="connsiteX95" fmla="*/ 4261027 w 4272784"/>
              <a:gd name="connsiteY95" fmla="*/ 4678362 h 6858000"/>
              <a:gd name="connsiteX96" fmla="*/ 4269425 w 4272784"/>
              <a:gd name="connsiteY96" fmla="*/ 4738687 h 6858000"/>
              <a:gd name="connsiteX97" fmla="*/ 4272784 w 4272784"/>
              <a:gd name="connsiteY97" fmla="*/ 4806950 h 6858000"/>
              <a:gd name="connsiteX98" fmla="*/ 4269425 w 4272784"/>
              <a:gd name="connsiteY98" fmla="*/ 4875212 h 6858000"/>
              <a:gd name="connsiteX99" fmla="*/ 4261027 w 4272784"/>
              <a:gd name="connsiteY99" fmla="*/ 4935537 h 6858000"/>
              <a:gd name="connsiteX100" fmla="*/ 4249270 w 4272784"/>
              <a:gd name="connsiteY100" fmla="*/ 4987925 h 6858000"/>
              <a:gd name="connsiteX101" fmla="*/ 4234153 w 4272784"/>
              <a:gd name="connsiteY101" fmla="*/ 5033962 h 6858000"/>
              <a:gd name="connsiteX102" fmla="*/ 4217357 w 4272784"/>
              <a:gd name="connsiteY102" fmla="*/ 5075237 h 6858000"/>
              <a:gd name="connsiteX103" fmla="*/ 4197202 w 4272784"/>
              <a:gd name="connsiteY103" fmla="*/ 5114925 h 6858000"/>
              <a:gd name="connsiteX104" fmla="*/ 4177047 w 4272784"/>
              <a:gd name="connsiteY104" fmla="*/ 5149850 h 6858000"/>
              <a:gd name="connsiteX105" fmla="*/ 4156892 w 4272784"/>
              <a:gd name="connsiteY105" fmla="*/ 5186362 h 6858000"/>
              <a:gd name="connsiteX106" fmla="*/ 4138416 w 4272784"/>
              <a:gd name="connsiteY106" fmla="*/ 5226050 h 6858000"/>
              <a:gd name="connsiteX107" fmla="*/ 4119940 w 4272784"/>
              <a:gd name="connsiteY107" fmla="*/ 5268912 h 6858000"/>
              <a:gd name="connsiteX108" fmla="*/ 4104825 w 4272784"/>
              <a:gd name="connsiteY108" fmla="*/ 5313362 h 6858000"/>
              <a:gd name="connsiteX109" fmla="*/ 4094747 w 4272784"/>
              <a:gd name="connsiteY109" fmla="*/ 5365750 h 6858000"/>
              <a:gd name="connsiteX110" fmla="*/ 4084669 w 4272784"/>
              <a:gd name="connsiteY110" fmla="*/ 5426075 h 6858000"/>
              <a:gd name="connsiteX111" fmla="*/ 4082989 w 4272784"/>
              <a:gd name="connsiteY111" fmla="*/ 5494337 h 6858000"/>
              <a:gd name="connsiteX112" fmla="*/ 4084669 w 4272784"/>
              <a:gd name="connsiteY112" fmla="*/ 5562600 h 6858000"/>
              <a:gd name="connsiteX113" fmla="*/ 4094747 w 4272784"/>
              <a:gd name="connsiteY113" fmla="*/ 5622925 h 6858000"/>
              <a:gd name="connsiteX114" fmla="*/ 4104825 w 4272784"/>
              <a:gd name="connsiteY114" fmla="*/ 5675312 h 6858000"/>
              <a:gd name="connsiteX115" fmla="*/ 4119940 w 4272784"/>
              <a:gd name="connsiteY115" fmla="*/ 5721350 h 6858000"/>
              <a:gd name="connsiteX116" fmla="*/ 4138416 w 4272784"/>
              <a:gd name="connsiteY116" fmla="*/ 5762625 h 6858000"/>
              <a:gd name="connsiteX117" fmla="*/ 4156892 w 4272784"/>
              <a:gd name="connsiteY117" fmla="*/ 5802312 h 6858000"/>
              <a:gd name="connsiteX118" fmla="*/ 4177047 w 4272784"/>
              <a:gd name="connsiteY118" fmla="*/ 5840412 h 6858000"/>
              <a:gd name="connsiteX119" fmla="*/ 4197202 w 4272784"/>
              <a:gd name="connsiteY119" fmla="*/ 5876925 h 6858000"/>
              <a:gd name="connsiteX120" fmla="*/ 4217357 w 4272784"/>
              <a:gd name="connsiteY120" fmla="*/ 5915025 h 6858000"/>
              <a:gd name="connsiteX121" fmla="*/ 4234153 w 4272784"/>
              <a:gd name="connsiteY121" fmla="*/ 5956300 h 6858000"/>
              <a:gd name="connsiteX122" fmla="*/ 4249270 w 4272784"/>
              <a:gd name="connsiteY122" fmla="*/ 6003925 h 6858000"/>
              <a:gd name="connsiteX123" fmla="*/ 4261027 w 4272784"/>
              <a:gd name="connsiteY123" fmla="*/ 6056312 h 6858000"/>
              <a:gd name="connsiteX124" fmla="*/ 4269425 w 4272784"/>
              <a:gd name="connsiteY124" fmla="*/ 6113462 h 6858000"/>
              <a:gd name="connsiteX125" fmla="*/ 4272784 w 4272784"/>
              <a:gd name="connsiteY125" fmla="*/ 6183312 h 6858000"/>
              <a:gd name="connsiteX126" fmla="*/ 4269425 w 4272784"/>
              <a:gd name="connsiteY126" fmla="*/ 6251575 h 6858000"/>
              <a:gd name="connsiteX127" fmla="*/ 4261027 w 4272784"/>
              <a:gd name="connsiteY127" fmla="*/ 6311900 h 6858000"/>
              <a:gd name="connsiteX128" fmla="*/ 4249270 w 4272784"/>
              <a:gd name="connsiteY128" fmla="*/ 6361112 h 6858000"/>
              <a:gd name="connsiteX129" fmla="*/ 4234153 w 4272784"/>
              <a:gd name="connsiteY129" fmla="*/ 6407150 h 6858000"/>
              <a:gd name="connsiteX130" fmla="*/ 4217357 w 4272784"/>
              <a:gd name="connsiteY130" fmla="*/ 6448425 h 6858000"/>
              <a:gd name="connsiteX131" fmla="*/ 4198882 w 4272784"/>
              <a:gd name="connsiteY131" fmla="*/ 6488112 h 6858000"/>
              <a:gd name="connsiteX132" fmla="*/ 4180406 w 4272784"/>
              <a:gd name="connsiteY132" fmla="*/ 6523037 h 6858000"/>
              <a:gd name="connsiteX133" fmla="*/ 4160251 w 4272784"/>
              <a:gd name="connsiteY133" fmla="*/ 6561137 h 6858000"/>
              <a:gd name="connsiteX134" fmla="*/ 4140096 w 4272784"/>
              <a:gd name="connsiteY134" fmla="*/ 6597650 h 6858000"/>
              <a:gd name="connsiteX135" fmla="*/ 4123300 w 4272784"/>
              <a:gd name="connsiteY135" fmla="*/ 6640512 h 6858000"/>
              <a:gd name="connsiteX136" fmla="*/ 4106504 w 4272784"/>
              <a:gd name="connsiteY136" fmla="*/ 6683375 h 6858000"/>
              <a:gd name="connsiteX137" fmla="*/ 4096426 w 4272784"/>
              <a:gd name="connsiteY137" fmla="*/ 6735762 h 6858000"/>
              <a:gd name="connsiteX138" fmla="*/ 4088029 w 4272784"/>
              <a:gd name="connsiteY138" fmla="*/ 6791325 h 6858000"/>
              <a:gd name="connsiteX139" fmla="*/ 4082989 w 4272784"/>
              <a:gd name="connsiteY139" fmla="*/ 6858000 h 6858000"/>
              <a:gd name="connsiteX140" fmla="*/ 0 w 427278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272784" h="6858000">
                <a:moveTo>
                  <a:pt x="0" y="0"/>
                </a:moveTo>
                <a:lnTo>
                  <a:pt x="4082989" y="0"/>
                </a:lnTo>
                <a:lnTo>
                  <a:pt x="4088029" y="66675"/>
                </a:lnTo>
                <a:lnTo>
                  <a:pt x="4096426" y="122237"/>
                </a:lnTo>
                <a:lnTo>
                  <a:pt x="4106504" y="174625"/>
                </a:lnTo>
                <a:lnTo>
                  <a:pt x="4123300" y="217487"/>
                </a:lnTo>
                <a:lnTo>
                  <a:pt x="4140096" y="260350"/>
                </a:lnTo>
                <a:lnTo>
                  <a:pt x="4160251" y="296862"/>
                </a:lnTo>
                <a:lnTo>
                  <a:pt x="4180406" y="334962"/>
                </a:lnTo>
                <a:lnTo>
                  <a:pt x="4198882" y="369887"/>
                </a:lnTo>
                <a:lnTo>
                  <a:pt x="4217357" y="409575"/>
                </a:lnTo>
                <a:lnTo>
                  <a:pt x="4234153" y="450850"/>
                </a:lnTo>
                <a:lnTo>
                  <a:pt x="4249270" y="496887"/>
                </a:lnTo>
                <a:lnTo>
                  <a:pt x="4261027" y="546100"/>
                </a:lnTo>
                <a:lnTo>
                  <a:pt x="4269425" y="606425"/>
                </a:lnTo>
                <a:lnTo>
                  <a:pt x="4272784" y="673100"/>
                </a:lnTo>
                <a:lnTo>
                  <a:pt x="4269425" y="744537"/>
                </a:lnTo>
                <a:lnTo>
                  <a:pt x="4261027" y="801687"/>
                </a:lnTo>
                <a:lnTo>
                  <a:pt x="4249270" y="854075"/>
                </a:lnTo>
                <a:lnTo>
                  <a:pt x="4234153" y="901700"/>
                </a:lnTo>
                <a:lnTo>
                  <a:pt x="4217357" y="942975"/>
                </a:lnTo>
                <a:lnTo>
                  <a:pt x="4197202" y="981075"/>
                </a:lnTo>
                <a:lnTo>
                  <a:pt x="4177047" y="1017587"/>
                </a:lnTo>
                <a:lnTo>
                  <a:pt x="4156892" y="1055687"/>
                </a:lnTo>
                <a:lnTo>
                  <a:pt x="4138416" y="1095375"/>
                </a:lnTo>
                <a:lnTo>
                  <a:pt x="4119940" y="1136650"/>
                </a:lnTo>
                <a:lnTo>
                  <a:pt x="4104825" y="1182687"/>
                </a:lnTo>
                <a:lnTo>
                  <a:pt x="4094747" y="1235075"/>
                </a:lnTo>
                <a:lnTo>
                  <a:pt x="4084669" y="1295400"/>
                </a:lnTo>
                <a:lnTo>
                  <a:pt x="4082989" y="1363662"/>
                </a:lnTo>
                <a:lnTo>
                  <a:pt x="4084669" y="1431925"/>
                </a:lnTo>
                <a:lnTo>
                  <a:pt x="4094747" y="1492250"/>
                </a:lnTo>
                <a:lnTo>
                  <a:pt x="4104825" y="1544637"/>
                </a:lnTo>
                <a:lnTo>
                  <a:pt x="4119940" y="1589087"/>
                </a:lnTo>
                <a:lnTo>
                  <a:pt x="4138416" y="1631950"/>
                </a:lnTo>
                <a:lnTo>
                  <a:pt x="4156892" y="1671637"/>
                </a:lnTo>
                <a:lnTo>
                  <a:pt x="4177047" y="1708150"/>
                </a:lnTo>
                <a:lnTo>
                  <a:pt x="4197202" y="1743075"/>
                </a:lnTo>
                <a:lnTo>
                  <a:pt x="4217357" y="1782762"/>
                </a:lnTo>
                <a:lnTo>
                  <a:pt x="4234153" y="1824037"/>
                </a:lnTo>
                <a:lnTo>
                  <a:pt x="4249270" y="1870075"/>
                </a:lnTo>
                <a:lnTo>
                  <a:pt x="4261027" y="1922462"/>
                </a:lnTo>
                <a:lnTo>
                  <a:pt x="4269425" y="1982787"/>
                </a:lnTo>
                <a:lnTo>
                  <a:pt x="4272784" y="2051050"/>
                </a:lnTo>
                <a:lnTo>
                  <a:pt x="4269425" y="2119312"/>
                </a:lnTo>
                <a:lnTo>
                  <a:pt x="4261027" y="2179637"/>
                </a:lnTo>
                <a:lnTo>
                  <a:pt x="4249270" y="2232025"/>
                </a:lnTo>
                <a:lnTo>
                  <a:pt x="4234153" y="2278062"/>
                </a:lnTo>
                <a:lnTo>
                  <a:pt x="4217357" y="2319337"/>
                </a:lnTo>
                <a:lnTo>
                  <a:pt x="4197202" y="2359025"/>
                </a:lnTo>
                <a:lnTo>
                  <a:pt x="4177047" y="2395537"/>
                </a:lnTo>
                <a:lnTo>
                  <a:pt x="4156892" y="2433637"/>
                </a:lnTo>
                <a:lnTo>
                  <a:pt x="4138416" y="2471737"/>
                </a:lnTo>
                <a:lnTo>
                  <a:pt x="4119940" y="2513012"/>
                </a:lnTo>
                <a:lnTo>
                  <a:pt x="4104825" y="2560637"/>
                </a:lnTo>
                <a:lnTo>
                  <a:pt x="4094747" y="2613025"/>
                </a:lnTo>
                <a:lnTo>
                  <a:pt x="4084669" y="2671762"/>
                </a:lnTo>
                <a:lnTo>
                  <a:pt x="4082989" y="2741612"/>
                </a:lnTo>
                <a:lnTo>
                  <a:pt x="4084669" y="2809875"/>
                </a:lnTo>
                <a:lnTo>
                  <a:pt x="4094747" y="2868612"/>
                </a:lnTo>
                <a:lnTo>
                  <a:pt x="4104825" y="2922587"/>
                </a:lnTo>
                <a:lnTo>
                  <a:pt x="4119940" y="2967037"/>
                </a:lnTo>
                <a:lnTo>
                  <a:pt x="4138416" y="3009900"/>
                </a:lnTo>
                <a:lnTo>
                  <a:pt x="4156892" y="3046412"/>
                </a:lnTo>
                <a:lnTo>
                  <a:pt x="4177047" y="3084512"/>
                </a:lnTo>
                <a:lnTo>
                  <a:pt x="4197202" y="3121025"/>
                </a:lnTo>
                <a:lnTo>
                  <a:pt x="4217357" y="3160712"/>
                </a:lnTo>
                <a:lnTo>
                  <a:pt x="4234153" y="3201987"/>
                </a:lnTo>
                <a:lnTo>
                  <a:pt x="4249270" y="3248025"/>
                </a:lnTo>
                <a:lnTo>
                  <a:pt x="4261027" y="3300412"/>
                </a:lnTo>
                <a:lnTo>
                  <a:pt x="4269425" y="3360737"/>
                </a:lnTo>
                <a:lnTo>
                  <a:pt x="4272784" y="3427412"/>
                </a:lnTo>
                <a:lnTo>
                  <a:pt x="4269425" y="3497262"/>
                </a:lnTo>
                <a:lnTo>
                  <a:pt x="4261027" y="3557587"/>
                </a:lnTo>
                <a:lnTo>
                  <a:pt x="4249270" y="3609975"/>
                </a:lnTo>
                <a:lnTo>
                  <a:pt x="4234153" y="3656012"/>
                </a:lnTo>
                <a:lnTo>
                  <a:pt x="4217357" y="3697287"/>
                </a:lnTo>
                <a:lnTo>
                  <a:pt x="4197202" y="3736975"/>
                </a:lnTo>
                <a:lnTo>
                  <a:pt x="4156892" y="3811587"/>
                </a:lnTo>
                <a:lnTo>
                  <a:pt x="4138416" y="3848100"/>
                </a:lnTo>
                <a:lnTo>
                  <a:pt x="4119940" y="3890962"/>
                </a:lnTo>
                <a:lnTo>
                  <a:pt x="4104825" y="3935412"/>
                </a:lnTo>
                <a:lnTo>
                  <a:pt x="4094747" y="3987800"/>
                </a:lnTo>
                <a:lnTo>
                  <a:pt x="4084669" y="4048125"/>
                </a:lnTo>
                <a:lnTo>
                  <a:pt x="4082989" y="4116387"/>
                </a:lnTo>
                <a:lnTo>
                  <a:pt x="4084669" y="4186237"/>
                </a:lnTo>
                <a:lnTo>
                  <a:pt x="4094747" y="4244975"/>
                </a:lnTo>
                <a:lnTo>
                  <a:pt x="4104825" y="4297362"/>
                </a:lnTo>
                <a:lnTo>
                  <a:pt x="4119940" y="4343400"/>
                </a:lnTo>
                <a:lnTo>
                  <a:pt x="4138416" y="4386262"/>
                </a:lnTo>
                <a:lnTo>
                  <a:pt x="4156892" y="4424362"/>
                </a:lnTo>
                <a:lnTo>
                  <a:pt x="4197202" y="4498975"/>
                </a:lnTo>
                <a:lnTo>
                  <a:pt x="4217357" y="4537075"/>
                </a:lnTo>
                <a:lnTo>
                  <a:pt x="4234153" y="4579937"/>
                </a:lnTo>
                <a:lnTo>
                  <a:pt x="4249270" y="4625975"/>
                </a:lnTo>
                <a:lnTo>
                  <a:pt x="4261027" y="4678362"/>
                </a:lnTo>
                <a:lnTo>
                  <a:pt x="4269425" y="4738687"/>
                </a:lnTo>
                <a:lnTo>
                  <a:pt x="4272784" y="4806950"/>
                </a:lnTo>
                <a:lnTo>
                  <a:pt x="4269425" y="4875212"/>
                </a:lnTo>
                <a:lnTo>
                  <a:pt x="4261027" y="4935537"/>
                </a:lnTo>
                <a:lnTo>
                  <a:pt x="4249270" y="4987925"/>
                </a:lnTo>
                <a:lnTo>
                  <a:pt x="4234153" y="5033962"/>
                </a:lnTo>
                <a:lnTo>
                  <a:pt x="4217357" y="5075237"/>
                </a:lnTo>
                <a:lnTo>
                  <a:pt x="4197202" y="5114925"/>
                </a:lnTo>
                <a:lnTo>
                  <a:pt x="4177047" y="5149850"/>
                </a:lnTo>
                <a:lnTo>
                  <a:pt x="4156892" y="5186362"/>
                </a:lnTo>
                <a:lnTo>
                  <a:pt x="4138416" y="5226050"/>
                </a:lnTo>
                <a:lnTo>
                  <a:pt x="4119940" y="5268912"/>
                </a:lnTo>
                <a:lnTo>
                  <a:pt x="4104825" y="5313362"/>
                </a:lnTo>
                <a:lnTo>
                  <a:pt x="4094747" y="5365750"/>
                </a:lnTo>
                <a:lnTo>
                  <a:pt x="4084669" y="5426075"/>
                </a:lnTo>
                <a:lnTo>
                  <a:pt x="4082989" y="5494337"/>
                </a:lnTo>
                <a:lnTo>
                  <a:pt x="4084669" y="5562600"/>
                </a:lnTo>
                <a:lnTo>
                  <a:pt x="4094747" y="5622925"/>
                </a:lnTo>
                <a:lnTo>
                  <a:pt x="4104825" y="5675312"/>
                </a:lnTo>
                <a:lnTo>
                  <a:pt x="4119940" y="5721350"/>
                </a:lnTo>
                <a:lnTo>
                  <a:pt x="4138416" y="5762625"/>
                </a:lnTo>
                <a:lnTo>
                  <a:pt x="4156892" y="5802312"/>
                </a:lnTo>
                <a:lnTo>
                  <a:pt x="4177047" y="5840412"/>
                </a:lnTo>
                <a:lnTo>
                  <a:pt x="4197202" y="5876925"/>
                </a:lnTo>
                <a:lnTo>
                  <a:pt x="4217357" y="5915025"/>
                </a:lnTo>
                <a:lnTo>
                  <a:pt x="4234153" y="5956300"/>
                </a:lnTo>
                <a:lnTo>
                  <a:pt x="4249270" y="6003925"/>
                </a:lnTo>
                <a:lnTo>
                  <a:pt x="4261027" y="6056312"/>
                </a:lnTo>
                <a:lnTo>
                  <a:pt x="4269425" y="6113462"/>
                </a:lnTo>
                <a:lnTo>
                  <a:pt x="4272784" y="6183312"/>
                </a:lnTo>
                <a:lnTo>
                  <a:pt x="4269425" y="6251575"/>
                </a:lnTo>
                <a:lnTo>
                  <a:pt x="4261027" y="6311900"/>
                </a:lnTo>
                <a:lnTo>
                  <a:pt x="4249270" y="6361112"/>
                </a:lnTo>
                <a:lnTo>
                  <a:pt x="4234153" y="6407150"/>
                </a:lnTo>
                <a:lnTo>
                  <a:pt x="4217357" y="6448425"/>
                </a:lnTo>
                <a:lnTo>
                  <a:pt x="4198882" y="6488112"/>
                </a:lnTo>
                <a:lnTo>
                  <a:pt x="4180406" y="6523037"/>
                </a:lnTo>
                <a:lnTo>
                  <a:pt x="4160251" y="6561137"/>
                </a:lnTo>
                <a:lnTo>
                  <a:pt x="4140096" y="6597650"/>
                </a:lnTo>
                <a:lnTo>
                  <a:pt x="4123300" y="6640512"/>
                </a:lnTo>
                <a:lnTo>
                  <a:pt x="4106504" y="6683375"/>
                </a:lnTo>
                <a:lnTo>
                  <a:pt x="4096426" y="6735762"/>
                </a:lnTo>
                <a:lnTo>
                  <a:pt x="4088029" y="6791325"/>
                </a:lnTo>
                <a:lnTo>
                  <a:pt x="4082989" y="6858000"/>
                </a:lnTo>
                <a:lnTo>
                  <a:pt x="0" y="6858000"/>
                </a:lnTo>
                <a:close/>
              </a:path>
            </a:pathLst>
          </a:custGeom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09E572F-9CDC-4214-9D42-FF0017649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17162" cy="6858000"/>
          </a:xfrm>
          <a:custGeom>
            <a:avLst/>
            <a:gdLst>
              <a:gd name="connsiteX0" fmla="*/ 4417162 w 4417162"/>
              <a:gd name="connsiteY0" fmla="*/ 0 h 6858000"/>
              <a:gd name="connsiteX1" fmla="*/ 334174 w 4417162"/>
              <a:gd name="connsiteY1" fmla="*/ 0 h 6858000"/>
              <a:gd name="connsiteX2" fmla="*/ 334173 w 4417162"/>
              <a:gd name="connsiteY2" fmla="*/ 0 h 6858000"/>
              <a:gd name="connsiteX3" fmla="*/ 189795 w 4417162"/>
              <a:gd name="connsiteY3" fmla="*/ 0 h 6858000"/>
              <a:gd name="connsiteX4" fmla="*/ 184756 w 4417162"/>
              <a:gd name="connsiteY4" fmla="*/ 66675 h 6858000"/>
              <a:gd name="connsiteX5" fmla="*/ 176358 w 4417162"/>
              <a:gd name="connsiteY5" fmla="*/ 122237 h 6858000"/>
              <a:gd name="connsiteX6" fmla="*/ 166281 w 4417162"/>
              <a:gd name="connsiteY6" fmla="*/ 174625 h 6858000"/>
              <a:gd name="connsiteX7" fmla="*/ 149485 w 4417162"/>
              <a:gd name="connsiteY7" fmla="*/ 217487 h 6858000"/>
              <a:gd name="connsiteX8" fmla="*/ 132689 w 4417162"/>
              <a:gd name="connsiteY8" fmla="*/ 260350 h 6858000"/>
              <a:gd name="connsiteX9" fmla="*/ 112534 w 4417162"/>
              <a:gd name="connsiteY9" fmla="*/ 296862 h 6858000"/>
              <a:gd name="connsiteX10" fmla="*/ 92379 w 4417162"/>
              <a:gd name="connsiteY10" fmla="*/ 334962 h 6858000"/>
              <a:gd name="connsiteX11" fmla="*/ 73903 w 4417162"/>
              <a:gd name="connsiteY11" fmla="*/ 369887 h 6858000"/>
              <a:gd name="connsiteX12" fmla="*/ 55427 w 4417162"/>
              <a:gd name="connsiteY12" fmla="*/ 409575 h 6858000"/>
              <a:gd name="connsiteX13" fmla="*/ 38632 w 4417162"/>
              <a:gd name="connsiteY13" fmla="*/ 450850 h 6858000"/>
              <a:gd name="connsiteX14" fmla="*/ 23515 w 4417162"/>
              <a:gd name="connsiteY14" fmla="*/ 496887 h 6858000"/>
              <a:gd name="connsiteX15" fmla="*/ 11758 w 4417162"/>
              <a:gd name="connsiteY15" fmla="*/ 546100 h 6858000"/>
              <a:gd name="connsiteX16" fmla="*/ 3359 w 4417162"/>
              <a:gd name="connsiteY16" fmla="*/ 606425 h 6858000"/>
              <a:gd name="connsiteX17" fmla="*/ 0 w 4417162"/>
              <a:gd name="connsiteY17" fmla="*/ 673100 h 6858000"/>
              <a:gd name="connsiteX18" fmla="*/ 3359 w 4417162"/>
              <a:gd name="connsiteY18" fmla="*/ 744537 h 6858000"/>
              <a:gd name="connsiteX19" fmla="*/ 11758 w 4417162"/>
              <a:gd name="connsiteY19" fmla="*/ 801687 h 6858000"/>
              <a:gd name="connsiteX20" fmla="*/ 23515 w 4417162"/>
              <a:gd name="connsiteY20" fmla="*/ 854075 h 6858000"/>
              <a:gd name="connsiteX21" fmla="*/ 38632 w 4417162"/>
              <a:gd name="connsiteY21" fmla="*/ 901700 h 6858000"/>
              <a:gd name="connsiteX22" fmla="*/ 55427 w 4417162"/>
              <a:gd name="connsiteY22" fmla="*/ 942975 h 6858000"/>
              <a:gd name="connsiteX23" fmla="*/ 75583 w 4417162"/>
              <a:gd name="connsiteY23" fmla="*/ 981075 h 6858000"/>
              <a:gd name="connsiteX24" fmla="*/ 95738 w 4417162"/>
              <a:gd name="connsiteY24" fmla="*/ 1017587 h 6858000"/>
              <a:gd name="connsiteX25" fmla="*/ 115893 w 4417162"/>
              <a:gd name="connsiteY25" fmla="*/ 1055687 h 6858000"/>
              <a:gd name="connsiteX26" fmla="*/ 134368 w 4417162"/>
              <a:gd name="connsiteY26" fmla="*/ 1095375 h 6858000"/>
              <a:gd name="connsiteX27" fmla="*/ 152844 w 4417162"/>
              <a:gd name="connsiteY27" fmla="*/ 1136650 h 6858000"/>
              <a:gd name="connsiteX28" fmla="*/ 167960 w 4417162"/>
              <a:gd name="connsiteY28" fmla="*/ 1182687 h 6858000"/>
              <a:gd name="connsiteX29" fmla="*/ 178038 w 4417162"/>
              <a:gd name="connsiteY29" fmla="*/ 1235075 h 6858000"/>
              <a:gd name="connsiteX30" fmla="*/ 188115 w 4417162"/>
              <a:gd name="connsiteY30" fmla="*/ 1295400 h 6858000"/>
              <a:gd name="connsiteX31" fmla="*/ 189795 w 4417162"/>
              <a:gd name="connsiteY31" fmla="*/ 1363662 h 6858000"/>
              <a:gd name="connsiteX32" fmla="*/ 188115 w 4417162"/>
              <a:gd name="connsiteY32" fmla="*/ 1431925 h 6858000"/>
              <a:gd name="connsiteX33" fmla="*/ 178038 w 4417162"/>
              <a:gd name="connsiteY33" fmla="*/ 1492250 h 6858000"/>
              <a:gd name="connsiteX34" fmla="*/ 167960 w 4417162"/>
              <a:gd name="connsiteY34" fmla="*/ 1544637 h 6858000"/>
              <a:gd name="connsiteX35" fmla="*/ 152844 w 4417162"/>
              <a:gd name="connsiteY35" fmla="*/ 1589087 h 6858000"/>
              <a:gd name="connsiteX36" fmla="*/ 134368 w 4417162"/>
              <a:gd name="connsiteY36" fmla="*/ 1631950 h 6858000"/>
              <a:gd name="connsiteX37" fmla="*/ 115893 w 4417162"/>
              <a:gd name="connsiteY37" fmla="*/ 1671637 h 6858000"/>
              <a:gd name="connsiteX38" fmla="*/ 95738 w 4417162"/>
              <a:gd name="connsiteY38" fmla="*/ 1708150 h 6858000"/>
              <a:gd name="connsiteX39" fmla="*/ 75583 w 4417162"/>
              <a:gd name="connsiteY39" fmla="*/ 1743075 h 6858000"/>
              <a:gd name="connsiteX40" fmla="*/ 55427 w 4417162"/>
              <a:gd name="connsiteY40" fmla="*/ 1782762 h 6858000"/>
              <a:gd name="connsiteX41" fmla="*/ 38632 w 4417162"/>
              <a:gd name="connsiteY41" fmla="*/ 1824037 h 6858000"/>
              <a:gd name="connsiteX42" fmla="*/ 23515 w 4417162"/>
              <a:gd name="connsiteY42" fmla="*/ 1870075 h 6858000"/>
              <a:gd name="connsiteX43" fmla="*/ 11758 w 4417162"/>
              <a:gd name="connsiteY43" fmla="*/ 1922462 h 6858000"/>
              <a:gd name="connsiteX44" fmla="*/ 3359 w 4417162"/>
              <a:gd name="connsiteY44" fmla="*/ 1982787 h 6858000"/>
              <a:gd name="connsiteX45" fmla="*/ 0 w 4417162"/>
              <a:gd name="connsiteY45" fmla="*/ 2051050 h 6858000"/>
              <a:gd name="connsiteX46" fmla="*/ 3359 w 4417162"/>
              <a:gd name="connsiteY46" fmla="*/ 2119312 h 6858000"/>
              <a:gd name="connsiteX47" fmla="*/ 11758 w 4417162"/>
              <a:gd name="connsiteY47" fmla="*/ 2179637 h 6858000"/>
              <a:gd name="connsiteX48" fmla="*/ 23515 w 4417162"/>
              <a:gd name="connsiteY48" fmla="*/ 2232025 h 6858000"/>
              <a:gd name="connsiteX49" fmla="*/ 38632 w 4417162"/>
              <a:gd name="connsiteY49" fmla="*/ 2278062 h 6858000"/>
              <a:gd name="connsiteX50" fmla="*/ 55427 w 4417162"/>
              <a:gd name="connsiteY50" fmla="*/ 2319337 h 6858000"/>
              <a:gd name="connsiteX51" fmla="*/ 75583 w 4417162"/>
              <a:gd name="connsiteY51" fmla="*/ 2359025 h 6858000"/>
              <a:gd name="connsiteX52" fmla="*/ 95738 w 4417162"/>
              <a:gd name="connsiteY52" fmla="*/ 2395537 h 6858000"/>
              <a:gd name="connsiteX53" fmla="*/ 115893 w 4417162"/>
              <a:gd name="connsiteY53" fmla="*/ 2433637 h 6858000"/>
              <a:gd name="connsiteX54" fmla="*/ 134368 w 4417162"/>
              <a:gd name="connsiteY54" fmla="*/ 2471737 h 6858000"/>
              <a:gd name="connsiteX55" fmla="*/ 152844 w 4417162"/>
              <a:gd name="connsiteY55" fmla="*/ 2513012 h 6858000"/>
              <a:gd name="connsiteX56" fmla="*/ 167960 w 4417162"/>
              <a:gd name="connsiteY56" fmla="*/ 2560637 h 6858000"/>
              <a:gd name="connsiteX57" fmla="*/ 178038 w 4417162"/>
              <a:gd name="connsiteY57" fmla="*/ 2613025 h 6858000"/>
              <a:gd name="connsiteX58" fmla="*/ 188115 w 4417162"/>
              <a:gd name="connsiteY58" fmla="*/ 2671762 h 6858000"/>
              <a:gd name="connsiteX59" fmla="*/ 189795 w 4417162"/>
              <a:gd name="connsiteY59" fmla="*/ 2741612 h 6858000"/>
              <a:gd name="connsiteX60" fmla="*/ 188115 w 4417162"/>
              <a:gd name="connsiteY60" fmla="*/ 2809875 h 6858000"/>
              <a:gd name="connsiteX61" fmla="*/ 178038 w 4417162"/>
              <a:gd name="connsiteY61" fmla="*/ 2868612 h 6858000"/>
              <a:gd name="connsiteX62" fmla="*/ 167960 w 4417162"/>
              <a:gd name="connsiteY62" fmla="*/ 2922587 h 6858000"/>
              <a:gd name="connsiteX63" fmla="*/ 152844 w 4417162"/>
              <a:gd name="connsiteY63" fmla="*/ 2967037 h 6858000"/>
              <a:gd name="connsiteX64" fmla="*/ 134368 w 4417162"/>
              <a:gd name="connsiteY64" fmla="*/ 3009900 h 6858000"/>
              <a:gd name="connsiteX65" fmla="*/ 115893 w 4417162"/>
              <a:gd name="connsiteY65" fmla="*/ 3046412 h 6858000"/>
              <a:gd name="connsiteX66" fmla="*/ 95738 w 4417162"/>
              <a:gd name="connsiteY66" fmla="*/ 3084512 h 6858000"/>
              <a:gd name="connsiteX67" fmla="*/ 75583 w 4417162"/>
              <a:gd name="connsiteY67" fmla="*/ 3121025 h 6858000"/>
              <a:gd name="connsiteX68" fmla="*/ 55427 w 4417162"/>
              <a:gd name="connsiteY68" fmla="*/ 3160712 h 6858000"/>
              <a:gd name="connsiteX69" fmla="*/ 38632 w 4417162"/>
              <a:gd name="connsiteY69" fmla="*/ 3201987 h 6858000"/>
              <a:gd name="connsiteX70" fmla="*/ 23515 w 4417162"/>
              <a:gd name="connsiteY70" fmla="*/ 3248025 h 6858000"/>
              <a:gd name="connsiteX71" fmla="*/ 11758 w 4417162"/>
              <a:gd name="connsiteY71" fmla="*/ 3300412 h 6858000"/>
              <a:gd name="connsiteX72" fmla="*/ 3359 w 4417162"/>
              <a:gd name="connsiteY72" fmla="*/ 3360737 h 6858000"/>
              <a:gd name="connsiteX73" fmla="*/ 0 w 4417162"/>
              <a:gd name="connsiteY73" fmla="*/ 3427412 h 6858000"/>
              <a:gd name="connsiteX74" fmla="*/ 3359 w 4417162"/>
              <a:gd name="connsiteY74" fmla="*/ 3497262 h 6858000"/>
              <a:gd name="connsiteX75" fmla="*/ 11758 w 4417162"/>
              <a:gd name="connsiteY75" fmla="*/ 3557587 h 6858000"/>
              <a:gd name="connsiteX76" fmla="*/ 23515 w 4417162"/>
              <a:gd name="connsiteY76" fmla="*/ 3609975 h 6858000"/>
              <a:gd name="connsiteX77" fmla="*/ 38632 w 4417162"/>
              <a:gd name="connsiteY77" fmla="*/ 3656012 h 6858000"/>
              <a:gd name="connsiteX78" fmla="*/ 55427 w 4417162"/>
              <a:gd name="connsiteY78" fmla="*/ 3697287 h 6858000"/>
              <a:gd name="connsiteX79" fmla="*/ 75583 w 4417162"/>
              <a:gd name="connsiteY79" fmla="*/ 3736975 h 6858000"/>
              <a:gd name="connsiteX80" fmla="*/ 115893 w 4417162"/>
              <a:gd name="connsiteY80" fmla="*/ 3811587 h 6858000"/>
              <a:gd name="connsiteX81" fmla="*/ 134368 w 4417162"/>
              <a:gd name="connsiteY81" fmla="*/ 3848100 h 6858000"/>
              <a:gd name="connsiteX82" fmla="*/ 152844 w 4417162"/>
              <a:gd name="connsiteY82" fmla="*/ 3890962 h 6858000"/>
              <a:gd name="connsiteX83" fmla="*/ 167960 w 4417162"/>
              <a:gd name="connsiteY83" fmla="*/ 3935412 h 6858000"/>
              <a:gd name="connsiteX84" fmla="*/ 178038 w 4417162"/>
              <a:gd name="connsiteY84" fmla="*/ 3987800 h 6858000"/>
              <a:gd name="connsiteX85" fmla="*/ 188115 w 4417162"/>
              <a:gd name="connsiteY85" fmla="*/ 4048125 h 6858000"/>
              <a:gd name="connsiteX86" fmla="*/ 189795 w 4417162"/>
              <a:gd name="connsiteY86" fmla="*/ 4116387 h 6858000"/>
              <a:gd name="connsiteX87" fmla="*/ 188115 w 4417162"/>
              <a:gd name="connsiteY87" fmla="*/ 4186237 h 6858000"/>
              <a:gd name="connsiteX88" fmla="*/ 178038 w 4417162"/>
              <a:gd name="connsiteY88" fmla="*/ 4244975 h 6858000"/>
              <a:gd name="connsiteX89" fmla="*/ 167960 w 4417162"/>
              <a:gd name="connsiteY89" fmla="*/ 4297362 h 6858000"/>
              <a:gd name="connsiteX90" fmla="*/ 152844 w 4417162"/>
              <a:gd name="connsiteY90" fmla="*/ 4343400 h 6858000"/>
              <a:gd name="connsiteX91" fmla="*/ 134368 w 4417162"/>
              <a:gd name="connsiteY91" fmla="*/ 4386262 h 6858000"/>
              <a:gd name="connsiteX92" fmla="*/ 115893 w 4417162"/>
              <a:gd name="connsiteY92" fmla="*/ 4424362 h 6858000"/>
              <a:gd name="connsiteX93" fmla="*/ 75583 w 4417162"/>
              <a:gd name="connsiteY93" fmla="*/ 4498975 h 6858000"/>
              <a:gd name="connsiteX94" fmla="*/ 55427 w 4417162"/>
              <a:gd name="connsiteY94" fmla="*/ 4537075 h 6858000"/>
              <a:gd name="connsiteX95" fmla="*/ 38632 w 4417162"/>
              <a:gd name="connsiteY95" fmla="*/ 4579937 h 6858000"/>
              <a:gd name="connsiteX96" fmla="*/ 23515 w 4417162"/>
              <a:gd name="connsiteY96" fmla="*/ 4625975 h 6858000"/>
              <a:gd name="connsiteX97" fmla="*/ 11758 w 4417162"/>
              <a:gd name="connsiteY97" fmla="*/ 4678362 h 6858000"/>
              <a:gd name="connsiteX98" fmla="*/ 3359 w 4417162"/>
              <a:gd name="connsiteY98" fmla="*/ 4738687 h 6858000"/>
              <a:gd name="connsiteX99" fmla="*/ 0 w 4417162"/>
              <a:gd name="connsiteY99" fmla="*/ 4806950 h 6858000"/>
              <a:gd name="connsiteX100" fmla="*/ 3359 w 4417162"/>
              <a:gd name="connsiteY100" fmla="*/ 4875212 h 6858000"/>
              <a:gd name="connsiteX101" fmla="*/ 11758 w 4417162"/>
              <a:gd name="connsiteY101" fmla="*/ 4935537 h 6858000"/>
              <a:gd name="connsiteX102" fmla="*/ 23515 w 4417162"/>
              <a:gd name="connsiteY102" fmla="*/ 4987925 h 6858000"/>
              <a:gd name="connsiteX103" fmla="*/ 38632 w 4417162"/>
              <a:gd name="connsiteY103" fmla="*/ 5033962 h 6858000"/>
              <a:gd name="connsiteX104" fmla="*/ 55427 w 4417162"/>
              <a:gd name="connsiteY104" fmla="*/ 5075237 h 6858000"/>
              <a:gd name="connsiteX105" fmla="*/ 75583 w 4417162"/>
              <a:gd name="connsiteY105" fmla="*/ 5114925 h 6858000"/>
              <a:gd name="connsiteX106" fmla="*/ 95738 w 4417162"/>
              <a:gd name="connsiteY106" fmla="*/ 5149850 h 6858000"/>
              <a:gd name="connsiteX107" fmla="*/ 115893 w 4417162"/>
              <a:gd name="connsiteY107" fmla="*/ 5186362 h 6858000"/>
              <a:gd name="connsiteX108" fmla="*/ 134368 w 4417162"/>
              <a:gd name="connsiteY108" fmla="*/ 5226050 h 6858000"/>
              <a:gd name="connsiteX109" fmla="*/ 152844 w 4417162"/>
              <a:gd name="connsiteY109" fmla="*/ 5268912 h 6858000"/>
              <a:gd name="connsiteX110" fmla="*/ 167960 w 4417162"/>
              <a:gd name="connsiteY110" fmla="*/ 5313362 h 6858000"/>
              <a:gd name="connsiteX111" fmla="*/ 178038 w 4417162"/>
              <a:gd name="connsiteY111" fmla="*/ 5365750 h 6858000"/>
              <a:gd name="connsiteX112" fmla="*/ 188115 w 4417162"/>
              <a:gd name="connsiteY112" fmla="*/ 5426075 h 6858000"/>
              <a:gd name="connsiteX113" fmla="*/ 189795 w 4417162"/>
              <a:gd name="connsiteY113" fmla="*/ 5494337 h 6858000"/>
              <a:gd name="connsiteX114" fmla="*/ 188115 w 4417162"/>
              <a:gd name="connsiteY114" fmla="*/ 5562600 h 6858000"/>
              <a:gd name="connsiteX115" fmla="*/ 178038 w 4417162"/>
              <a:gd name="connsiteY115" fmla="*/ 5622925 h 6858000"/>
              <a:gd name="connsiteX116" fmla="*/ 167960 w 4417162"/>
              <a:gd name="connsiteY116" fmla="*/ 5675312 h 6858000"/>
              <a:gd name="connsiteX117" fmla="*/ 152844 w 4417162"/>
              <a:gd name="connsiteY117" fmla="*/ 5721350 h 6858000"/>
              <a:gd name="connsiteX118" fmla="*/ 134368 w 4417162"/>
              <a:gd name="connsiteY118" fmla="*/ 5762625 h 6858000"/>
              <a:gd name="connsiteX119" fmla="*/ 115893 w 4417162"/>
              <a:gd name="connsiteY119" fmla="*/ 5802312 h 6858000"/>
              <a:gd name="connsiteX120" fmla="*/ 95738 w 4417162"/>
              <a:gd name="connsiteY120" fmla="*/ 5840412 h 6858000"/>
              <a:gd name="connsiteX121" fmla="*/ 75583 w 4417162"/>
              <a:gd name="connsiteY121" fmla="*/ 5876925 h 6858000"/>
              <a:gd name="connsiteX122" fmla="*/ 55427 w 4417162"/>
              <a:gd name="connsiteY122" fmla="*/ 5915025 h 6858000"/>
              <a:gd name="connsiteX123" fmla="*/ 38632 w 4417162"/>
              <a:gd name="connsiteY123" fmla="*/ 5956300 h 6858000"/>
              <a:gd name="connsiteX124" fmla="*/ 23515 w 4417162"/>
              <a:gd name="connsiteY124" fmla="*/ 6003925 h 6858000"/>
              <a:gd name="connsiteX125" fmla="*/ 11758 w 4417162"/>
              <a:gd name="connsiteY125" fmla="*/ 6056312 h 6858000"/>
              <a:gd name="connsiteX126" fmla="*/ 3359 w 4417162"/>
              <a:gd name="connsiteY126" fmla="*/ 6113462 h 6858000"/>
              <a:gd name="connsiteX127" fmla="*/ 0 w 4417162"/>
              <a:gd name="connsiteY127" fmla="*/ 6183312 h 6858000"/>
              <a:gd name="connsiteX128" fmla="*/ 3359 w 4417162"/>
              <a:gd name="connsiteY128" fmla="*/ 6251575 h 6858000"/>
              <a:gd name="connsiteX129" fmla="*/ 11758 w 4417162"/>
              <a:gd name="connsiteY129" fmla="*/ 6311900 h 6858000"/>
              <a:gd name="connsiteX130" fmla="*/ 23515 w 4417162"/>
              <a:gd name="connsiteY130" fmla="*/ 6361112 h 6858000"/>
              <a:gd name="connsiteX131" fmla="*/ 38632 w 4417162"/>
              <a:gd name="connsiteY131" fmla="*/ 6407150 h 6858000"/>
              <a:gd name="connsiteX132" fmla="*/ 55427 w 4417162"/>
              <a:gd name="connsiteY132" fmla="*/ 6448425 h 6858000"/>
              <a:gd name="connsiteX133" fmla="*/ 73903 w 4417162"/>
              <a:gd name="connsiteY133" fmla="*/ 6488112 h 6858000"/>
              <a:gd name="connsiteX134" fmla="*/ 92379 w 4417162"/>
              <a:gd name="connsiteY134" fmla="*/ 6523037 h 6858000"/>
              <a:gd name="connsiteX135" fmla="*/ 112534 w 4417162"/>
              <a:gd name="connsiteY135" fmla="*/ 6561137 h 6858000"/>
              <a:gd name="connsiteX136" fmla="*/ 132689 w 4417162"/>
              <a:gd name="connsiteY136" fmla="*/ 6597650 h 6858000"/>
              <a:gd name="connsiteX137" fmla="*/ 149485 w 4417162"/>
              <a:gd name="connsiteY137" fmla="*/ 6640512 h 6858000"/>
              <a:gd name="connsiteX138" fmla="*/ 166281 w 4417162"/>
              <a:gd name="connsiteY138" fmla="*/ 6683375 h 6858000"/>
              <a:gd name="connsiteX139" fmla="*/ 176358 w 4417162"/>
              <a:gd name="connsiteY139" fmla="*/ 6735762 h 6858000"/>
              <a:gd name="connsiteX140" fmla="*/ 184756 w 4417162"/>
              <a:gd name="connsiteY140" fmla="*/ 6791325 h 6858000"/>
              <a:gd name="connsiteX141" fmla="*/ 189795 w 4417162"/>
              <a:gd name="connsiteY141" fmla="*/ 6858000 h 6858000"/>
              <a:gd name="connsiteX142" fmla="*/ 334173 w 4417162"/>
              <a:gd name="connsiteY142" fmla="*/ 6858000 h 6858000"/>
              <a:gd name="connsiteX143" fmla="*/ 334174 w 4417162"/>
              <a:gd name="connsiteY143" fmla="*/ 6858000 h 6858000"/>
              <a:gd name="connsiteX144" fmla="*/ 4417162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4417162" y="0"/>
                </a:moveTo>
                <a:lnTo>
                  <a:pt x="334174" y="0"/>
                </a:lnTo>
                <a:lnTo>
                  <a:pt x="334173" y="0"/>
                </a:lnTo>
                <a:lnTo>
                  <a:pt x="189795" y="0"/>
                </a:lnTo>
                <a:lnTo>
                  <a:pt x="184756" y="66675"/>
                </a:lnTo>
                <a:lnTo>
                  <a:pt x="176358" y="122237"/>
                </a:lnTo>
                <a:lnTo>
                  <a:pt x="166281" y="174625"/>
                </a:lnTo>
                <a:lnTo>
                  <a:pt x="149485" y="217487"/>
                </a:lnTo>
                <a:lnTo>
                  <a:pt x="132689" y="260350"/>
                </a:lnTo>
                <a:lnTo>
                  <a:pt x="112534" y="296862"/>
                </a:lnTo>
                <a:lnTo>
                  <a:pt x="92379" y="334962"/>
                </a:lnTo>
                <a:lnTo>
                  <a:pt x="73903" y="369887"/>
                </a:lnTo>
                <a:lnTo>
                  <a:pt x="55427" y="409575"/>
                </a:lnTo>
                <a:lnTo>
                  <a:pt x="38632" y="450850"/>
                </a:lnTo>
                <a:lnTo>
                  <a:pt x="23515" y="496887"/>
                </a:lnTo>
                <a:lnTo>
                  <a:pt x="11758" y="546100"/>
                </a:lnTo>
                <a:lnTo>
                  <a:pt x="3359" y="606425"/>
                </a:lnTo>
                <a:lnTo>
                  <a:pt x="0" y="673100"/>
                </a:lnTo>
                <a:lnTo>
                  <a:pt x="3359" y="744537"/>
                </a:lnTo>
                <a:lnTo>
                  <a:pt x="11758" y="801687"/>
                </a:lnTo>
                <a:lnTo>
                  <a:pt x="23515" y="854075"/>
                </a:lnTo>
                <a:lnTo>
                  <a:pt x="38632" y="901700"/>
                </a:lnTo>
                <a:lnTo>
                  <a:pt x="55427" y="942975"/>
                </a:lnTo>
                <a:lnTo>
                  <a:pt x="75583" y="981075"/>
                </a:lnTo>
                <a:lnTo>
                  <a:pt x="95738" y="1017587"/>
                </a:lnTo>
                <a:lnTo>
                  <a:pt x="115893" y="1055687"/>
                </a:lnTo>
                <a:lnTo>
                  <a:pt x="134368" y="1095375"/>
                </a:lnTo>
                <a:lnTo>
                  <a:pt x="152844" y="1136650"/>
                </a:lnTo>
                <a:lnTo>
                  <a:pt x="167960" y="1182687"/>
                </a:lnTo>
                <a:lnTo>
                  <a:pt x="178038" y="1235075"/>
                </a:lnTo>
                <a:lnTo>
                  <a:pt x="188115" y="1295400"/>
                </a:lnTo>
                <a:lnTo>
                  <a:pt x="189795" y="1363662"/>
                </a:lnTo>
                <a:lnTo>
                  <a:pt x="188115" y="1431925"/>
                </a:lnTo>
                <a:lnTo>
                  <a:pt x="178038" y="1492250"/>
                </a:lnTo>
                <a:lnTo>
                  <a:pt x="167960" y="1544637"/>
                </a:lnTo>
                <a:lnTo>
                  <a:pt x="152844" y="1589087"/>
                </a:lnTo>
                <a:lnTo>
                  <a:pt x="134368" y="1631950"/>
                </a:lnTo>
                <a:lnTo>
                  <a:pt x="115893" y="1671637"/>
                </a:lnTo>
                <a:lnTo>
                  <a:pt x="95738" y="1708150"/>
                </a:lnTo>
                <a:lnTo>
                  <a:pt x="75583" y="1743075"/>
                </a:lnTo>
                <a:lnTo>
                  <a:pt x="55427" y="1782762"/>
                </a:lnTo>
                <a:lnTo>
                  <a:pt x="38632" y="1824037"/>
                </a:lnTo>
                <a:lnTo>
                  <a:pt x="23515" y="1870075"/>
                </a:lnTo>
                <a:lnTo>
                  <a:pt x="11758" y="1922462"/>
                </a:lnTo>
                <a:lnTo>
                  <a:pt x="3359" y="1982787"/>
                </a:lnTo>
                <a:lnTo>
                  <a:pt x="0" y="2051050"/>
                </a:lnTo>
                <a:lnTo>
                  <a:pt x="3359" y="2119312"/>
                </a:lnTo>
                <a:lnTo>
                  <a:pt x="11758" y="2179637"/>
                </a:lnTo>
                <a:lnTo>
                  <a:pt x="23515" y="2232025"/>
                </a:lnTo>
                <a:lnTo>
                  <a:pt x="38632" y="2278062"/>
                </a:lnTo>
                <a:lnTo>
                  <a:pt x="55427" y="2319337"/>
                </a:lnTo>
                <a:lnTo>
                  <a:pt x="75583" y="2359025"/>
                </a:lnTo>
                <a:lnTo>
                  <a:pt x="95738" y="2395537"/>
                </a:lnTo>
                <a:lnTo>
                  <a:pt x="115893" y="2433637"/>
                </a:lnTo>
                <a:lnTo>
                  <a:pt x="134368" y="2471737"/>
                </a:lnTo>
                <a:lnTo>
                  <a:pt x="152844" y="2513012"/>
                </a:lnTo>
                <a:lnTo>
                  <a:pt x="167960" y="2560637"/>
                </a:lnTo>
                <a:lnTo>
                  <a:pt x="178038" y="2613025"/>
                </a:lnTo>
                <a:lnTo>
                  <a:pt x="188115" y="2671762"/>
                </a:lnTo>
                <a:lnTo>
                  <a:pt x="189795" y="2741612"/>
                </a:lnTo>
                <a:lnTo>
                  <a:pt x="188115" y="2809875"/>
                </a:lnTo>
                <a:lnTo>
                  <a:pt x="178038" y="2868612"/>
                </a:lnTo>
                <a:lnTo>
                  <a:pt x="167960" y="2922587"/>
                </a:lnTo>
                <a:lnTo>
                  <a:pt x="152844" y="2967037"/>
                </a:lnTo>
                <a:lnTo>
                  <a:pt x="134368" y="3009900"/>
                </a:lnTo>
                <a:lnTo>
                  <a:pt x="115893" y="3046412"/>
                </a:lnTo>
                <a:lnTo>
                  <a:pt x="95738" y="3084512"/>
                </a:lnTo>
                <a:lnTo>
                  <a:pt x="75583" y="3121025"/>
                </a:lnTo>
                <a:lnTo>
                  <a:pt x="55427" y="3160712"/>
                </a:lnTo>
                <a:lnTo>
                  <a:pt x="38632" y="3201987"/>
                </a:lnTo>
                <a:lnTo>
                  <a:pt x="23515" y="3248025"/>
                </a:lnTo>
                <a:lnTo>
                  <a:pt x="11758" y="3300412"/>
                </a:lnTo>
                <a:lnTo>
                  <a:pt x="3359" y="3360737"/>
                </a:lnTo>
                <a:lnTo>
                  <a:pt x="0" y="3427412"/>
                </a:lnTo>
                <a:lnTo>
                  <a:pt x="3359" y="3497262"/>
                </a:lnTo>
                <a:lnTo>
                  <a:pt x="11758" y="3557587"/>
                </a:lnTo>
                <a:lnTo>
                  <a:pt x="23515" y="3609975"/>
                </a:lnTo>
                <a:lnTo>
                  <a:pt x="38632" y="3656012"/>
                </a:lnTo>
                <a:lnTo>
                  <a:pt x="55427" y="3697287"/>
                </a:lnTo>
                <a:lnTo>
                  <a:pt x="75583" y="3736975"/>
                </a:lnTo>
                <a:lnTo>
                  <a:pt x="115893" y="3811587"/>
                </a:lnTo>
                <a:lnTo>
                  <a:pt x="134368" y="3848100"/>
                </a:lnTo>
                <a:lnTo>
                  <a:pt x="152844" y="3890962"/>
                </a:lnTo>
                <a:lnTo>
                  <a:pt x="167960" y="3935412"/>
                </a:lnTo>
                <a:lnTo>
                  <a:pt x="178038" y="3987800"/>
                </a:lnTo>
                <a:lnTo>
                  <a:pt x="188115" y="4048125"/>
                </a:lnTo>
                <a:lnTo>
                  <a:pt x="189795" y="4116387"/>
                </a:lnTo>
                <a:lnTo>
                  <a:pt x="188115" y="4186237"/>
                </a:lnTo>
                <a:lnTo>
                  <a:pt x="178038" y="4244975"/>
                </a:lnTo>
                <a:lnTo>
                  <a:pt x="167960" y="4297362"/>
                </a:lnTo>
                <a:lnTo>
                  <a:pt x="152844" y="4343400"/>
                </a:lnTo>
                <a:lnTo>
                  <a:pt x="134368" y="4386262"/>
                </a:lnTo>
                <a:lnTo>
                  <a:pt x="115893" y="4424362"/>
                </a:lnTo>
                <a:lnTo>
                  <a:pt x="75583" y="4498975"/>
                </a:lnTo>
                <a:lnTo>
                  <a:pt x="55427" y="4537075"/>
                </a:lnTo>
                <a:lnTo>
                  <a:pt x="38632" y="4579937"/>
                </a:lnTo>
                <a:lnTo>
                  <a:pt x="23515" y="4625975"/>
                </a:lnTo>
                <a:lnTo>
                  <a:pt x="11758" y="4678362"/>
                </a:lnTo>
                <a:lnTo>
                  <a:pt x="3359" y="4738687"/>
                </a:lnTo>
                <a:lnTo>
                  <a:pt x="0" y="4806950"/>
                </a:lnTo>
                <a:lnTo>
                  <a:pt x="3359" y="4875212"/>
                </a:lnTo>
                <a:lnTo>
                  <a:pt x="11758" y="4935537"/>
                </a:lnTo>
                <a:lnTo>
                  <a:pt x="23515" y="4987925"/>
                </a:lnTo>
                <a:lnTo>
                  <a:pt x="38632" y="5033962"/>
                </a:lnTo>
                <a:lnTo>
                  <a:pt x="55427" y="5075237"/>
                </a:lnTo>
                <a:lnTo>
                  <a:pt x="75583" y="5114925"/>
                </a:lnTo>
                <a:lnTo>
                  <a:pt x="95738" y="5149850"/>
                </a:lnTo>
                <a:lnTo>
                  <a:pt x="115893" y="5186362"/>
                </a:lnTo>
                <a:lnTo>
                  <a:pt x="134368" y="5226050"/>
                </a:lnTo>
                <a:lnTo>
                  <a:pt x="152844" y="5268912"/>
                </a:lnTo>
                <a:lnTo>
                  <a:pt x="167960" y="5313362"/>
                </a:lnTo>
                <a:lnTo>
                  <a:pt x="178038" y="5365750"/>
                </a:lnTo>
                <a:lnTo>
                  <a:pt x="188115" y="5426075"/>
                </a:lnTo>
                <a:lnTo>
                  <a:pt x="189795" y="5494337"/>
                </a:lnTo>
                <a:lnTo>
                  <a:pt x="188115" y="5562600"/>
                </a:lnTo>
                <a:lnTo>
                  <a:pt x="178038" y="5622925"/>
                </a:lnTo>
                <a:lnTo>
                  <a:pt x="167960" y="5675312"/>
                </a:lnTo>
                <a:lnTo>
                  <a:pt x="152844" y="5721350"/>
                </a:lnTo>
                <a:lnTo>
                  <a:pt x="134368" y="5762625"/>
                </a:lnTo>
                <a:lnTo>
                  <a:pt x="115893" y="5802312"/>
                </a:lnTo>
                <a:lnTo>
                  <a:pt x="95738" y="5840412"/>
                </a:lnTo>
                <a:lnTo>
                  <a:pt x="75583" y="5876925"/>
                </a:lnTo>
                <a:lnTo>
                  <a:pt x="55427" y="5915025"/>
                </a:lnTo>
                <a:lnTo>
                  <a:pt x="38632" y="5956300"/>
                </a:lnTo>
                <a:lnTo>
                  <a:pt x="23515" y="6003925"/>
                </a:lnTo>
                <a:lnTo>
                  <a:pt x="11758" y="6056312"/>
                </a:lnTo>
                <a:lnTo>
                  <a:pt x="3359" y="6113462"/>
                </a:lnTo>
                <a:lnTo>
                  <a:pt x="0" y="6183312"/>
                </a:lnTo>
                <a:lnTo>
                  <a:pt x="3359" y="6251575"/>
                </a:lnTo>
                <a:lnTo>
                  <a:pt x="11758" y="6311900"/>
                </a:lnTo>
                <a:lnTo>
                  <a:pt x="23515" y="6361112"/>
                </a:lnTo>
                <a:lnTo>
                  <a:pt x="38632" y="6407150"/>
                </a:lnTo>
                <a:lnTo>
                  <a:pt x="55427" y="6448425"/>
                </a:lnTo>
                <a:lnTo>
                  <a:pt x="73903" y="6488112"/>
                </a:lnTo>
                <a:lnTo>
                  <a:pt x="92379" y="6523037"/>
                </a:lnTo>
                <a:lnTo>
                  <a:pt x="112534" y="6561137"/>
                </a:lnTo>
                <a:lnTo>
                  <a:pt x="132689" y="6597650"/>
                </a:lnTo>
                <a:lnTo>
                  <a:pt x="149485" y="6640512"/>
                </a:lnTo>
                <a:lnTo>
                  <a:pt x="166281" y="6683375"/>
                </a:lnTo>
                <a:lnTo>
                  <a:pt x="176358" y="6735762"/>
                </a:lnTo>
                <a:lnTo>
                  <a:pt x="184756" y="6791325"/>
                </a:lnTo>
                <a:lnTo>
                  <a:pt x="189795" y="6858000"/>
                </a:lnTo>
                <a:lnTo>
                  <a:pt x="334173" y="6858000"/>
                </a:lnTo>
                <a:lnTo>
                  <a:pt x="334174" y="6858000"/>
                </a:lnTo>
                <a:lnTo>
                  <a:pt x="4417162" y="685800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B842F1-3D02-184F-B426-0B606B8CB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406"/>
            <a:ext cx="3234018" cy="3826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Graph of Meat consumption against other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B1B191-7EAE-E340-9301-B92F253B8181}"/>
              </a:ext>
            </a:extLst>
          </p:cNvPr>
          <p:cNvSpPr txBox="1"/>
          <p:nvPr/>
        </p:nvSpPr>
        <p:spPr>
          <a:xfrm>
            <a:off x="458454" y="4778734"/>
            <a:ext cx="3220917" cy="14521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chemeClr val="tx1">
                    <a:alpha val="60000"/>
                  </a:schemeClr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There are outliers that need to be addressed for Meat, Age and Income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6A97DD2B-7767-7C4F-B9C8-9B6D1F5FC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324" y="-12181"/>
            <a:ext cx="5097764" cy="687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70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4">
            <a:extLst>
              <a:ext uri="{FF2B5EF4-FFF2-40B4-BE49-F238E27FC236}">
                <a16:creationId xmlns:a16="http://schemas.microsoft.com/office/drawing/2014/main" id="{1825AC39-5F85-4CAA-8A81-A1287086B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16">
            <a:extLst>
              <a:ext uri="{FF2B5EF4-FFF2-40B4-BE49-F238E27FC236}">
                <a16:creationId xmlns:a16="http://schemas.microsoft.com/office/drawing/2014/main" id="{95DA4D23-37FC-4B90-8188-F0377C5F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417162" cy="6858000"/>
          </a:xfrm>
          <a:custGeom>
            <a:avLst/>
            <a:gdLst>
              <a:gd name="connsiteX0" fmla="*/ 0 w 4417162"/>
              <a:gd name="connsiteY0" fmla="*/ 0 h 6858000"/>
              <a:gd name="connsiteX1" fmla="*/ 144378 w 4417162"/>
              <a:gd name="connsiteY1" fmla="*/ 0 h 6858000"/>
              <a:gd name="connsiteX2" fmla="*/ 2310062 w 4417162"/>
              <a:gd name="connsiteY2" fmla="*/ 0 h 6858000"/>
              <a:gd name="connsiteX3" fmla="*/ 4227367 w 4417162"/>
              <a:gd name="connsiteY3" fmla="*/ 0 h 6858000"/>
              <a:gd name="connsiteX4" fmla="*/ 4232407 w 4417162"/>
              <a:gd name="connsiteY4" fmla="*/ 66675 h 6858000"/>
              <a:gd name="connsiteX5" fmla="*/ 4240804 w 4417162"/>
              <a:gd name="connsiteY5" fmla="*/ 122237 h 6858000"/>
              <a:gd name="connsiteX6" fmla="*/ 4250882 w 4417162"/>
              <a:gd name="connsiteY6" fmla="*/ 174625 h 6858000"/>
              <a:gd name="connsiteX7" fmla="*/ 4267678 w 4417162"/>
              <a:gd name="connsiteY7" fmla="*/ 217487 h 6858000"/>
              <a:gd name="connsiteX8" fmla="*/ 4284474 w 4417162"/>
              <a:gd name="connsiteY8" fmla="*/ 260350 h 6858000"/>
              <a:gd name="connsiteX9" fmla="*/ 4304629 w 4417162"/>
              <a:gd name="connsiteY9" fmla="*/ 296862 h 6858000"/>
              <a:gd name="connsiteX10" fmla="*/ 4324784 w 4417162"/>
              <a:gd name="connsiteY10" fmla="*/ 334962 h 6858000"/>
              <a:gd name="connsiteX11" fmla="*/ 4343260 w 4417162"/>
              <a:gd name="connsiteY11" fmla="*/ 369887 h 6858000"/>
              <a:gd name="connsiteX12" fmla="*/ 4361735 w 4417162"/>
              <a:gd name="connsiteY12" fmla="*/ 409575 h 6858000"/>
              <a:gd name="connsiteX13" fmla="*/ 4378531 w 4417162"/>
              <a:gd name="connsiteY13" fmla="*/ 450850 h 6858000"/>
              <a:gd name="connsiteX14" fmla="*/ 4393648 w 4417162"/>
              <a:gd name="connsiteY14" fmla="*/ 496887 h 6858000"/>
              <a:gd name="connsiteX15" fmla="*/ 4405405 w 4417162"/>
              <a:gd name="connsiteY15" fmla="*/ 546100 h 6858000"/>
              <a:gd name="connsiteX16" fmla="*/ 4413803 w 4417162"/>
              <a:gd name="connsiteY16" fmla="*/ 606425 h 6858000"/>
              <a:gd name="connsiteX17" fmla="*/ 4417162 w 4417162"/>
              <a:gd name="connsiteY17" fmla="*/ 673100 h 6858000"/>
              <a:gd name="connsiteX18" fmla="*/ 4413803 w 4417162"/>
              <a:gd name="connsiteY18" fmla="*/ 744537 h 6858000"/>
              <a:gd name="connsiteX19" fmla="*/ 4405405 w 4417162"/>
              <a:gd name="connsiteY19" fmla="*/ 801687 h 6858000"/>
              <a:gd name="connsiteX20" fmla="*/ 4393648 w 4417162"/>
              <a:gd name="connsiteY20" fmla="*/ 854075 h 6858000"/>
              <a:gd name="connsiteX21" fmla="*/ 4378531 w 4417162"/>
              <a:gd name="connsiteY21" fmla="*/ 901700 h 6858000"/>
              <a:gd name="connsiteX22" fmla="*/ 4361735 w 4417162"/>
              <a:gd name="connsiteY22" fmla="*/ 942975 h 6858000"/>
              <a:gd name="connsiteX23" fmla="*/ 4341580 w 4417162"/>
              <a:gd name="connsiteY23" fmla="*/ 981075 h 6858000"/>
              <a:gd name="connsiteX24" fmla="*/ 4321425 w 4417162"/>
              <a:gd name="connsiteY24" fmla="*/ 1017587 h 6858000"/>
              <a:gd name="connsiteX25" fmla="*/ 4301270 w 4417162"/>
              <a:gd name="connsiteY25" fmla="*/ 1055687 h 6858000"/>
              <a:gd name="connsiteX26" fmla="*/ 4282794 w 4417162"/>
              <a:gd name="connsiteY26" fmla="*/ 1095375 h 6858000"/>
              <a:gd name="connsiteX27" fmla="*/ 4264318 w 4417162"/>
              <a:gd name="connsiteY27" fmla="*/ 1136650 h 6858000"/>
              <a:gd name="connsiteX28" fmla="*/ 4249203 w 4417162"/>
              <a:gd name="connsiteY28" fmla="*/ 1182687 h 6858000"/>
              <a:gd name="connsiteX29" fmla="*/ 4239125 w 4417162"/>
              <a:gd name="connsiteY29" fmla="*/ 1235075 h 6858000"/>
              <a:gd name="connsiteX30" fmla="*/ 4229047 w 4417162"/>
              <a:gd name="connsiteY30" fmla="*/ 1295400 h 6858000"/>
              <a:gd name="connsiteX31" fmla="*/ 4227367 w 4417162"/>
              <a:gd name="connsiteY31" fmla="*/ 1363662 h 6858000"/>
              <a:gd name="connsiteX32" fmla="*/ 4229047 w 4417162"/>
              <a:gd name="connsiteY32" fmla="*/ 1431925 h 6858000"/>
              <a:gd name="connsiteX33" fmla="*/ 4239125 w 4417162"/>
              <a:gd name="connsiteY33" fmla="*/ 1492250 h 6858000"/>
              <a:gd name="connsiteX34" fmla="*/ 4249203 w 4417162"/>
              <a:gd name="connsiteY34" fmla="*/ 1544637 h 6858000"/>
              <a:gd name="connsiteX35" fmla="*/ 4264318 w 4417162"/>
              <a:gd name="connsiteY35" fmla="*/ 1589087 h 6858000"/>
              <a:gd name="connsiteX36" fmla="*/ 4282794 w 4417162"/>
              <a:gd name="connsiteY36" fmla="*/ 1631950 h 6858000"/>
              <a:gd name="connsiteX37" fmla="*/ 4301270 w 4417162"/>
              <a:gd name="connsiteY37" fmla="*/ 1671637 h 6858000"/>
              <a:gd name="connsiteX38" fmla="*/ 4321425 w 4417162"/>
              <a:gd name="connsiteY38" fmla="*/ 1708150 h 6858000"/>
              <a:gd name="connsiteX39" fmla="*/ 4341580 w 4417162"/>
              <a:gd name="connsiteY39" fmla="*/ 1743075 h 6858000"/>
              <a:gd name="connsiteX40" fmla="*/ 4361735 w 4417162"/>
              <a:gd name="connsiteY40" fmla="*/ 1782762 h 6858000"/>
              <a:gd name="connsiteX41" fmla="*/ 4378531 w 4417162"/>
              <a:gd name="connsiteY41" fmla="*/ 1824037 h 6858000"/>
              <a:gd name="connsiteX42" fmla="*/ 4393648 w 4417162"/>
              <a:gd name="connsiteY42" fmla="*/ 1870075 h 6858000"/>
              <a:gd name="connsiteX43" fmla="*/ 4405405 w 4417162"/>
              <a:gd name="connsiteY43" fmla="*/ 1922462 h 6858000"/>
              <a:gd name="connsiteX44" fmla="*/ 4413803 w 4417162"/>
              <a:gd name="connsiteY44" fmla="*/ 1982787 h 6858000"/>
              <a:gd name="connsiteX45" fmla="*/ 4417162 w 4417162"/>
              <a:gd name="connsiteY45" fmla="*/ 2051050 h 6858000"/>
              <a:gd name="connsiteX46" fmla="*/ 4413803 w 4417162"/>
              <a:gd name="connsiteY46" fmla="*/ 2119312 h 6858000"/>
              <a:gd name="connsiteX47" fmla="*/ 4405405 w 4417162"/>
              <a:gd name="connsiteY47" fmla="*/ 2179637 h 6858000"/>
              <a:gd name="connsiteX48" fmla="*/ 4393648 w 4417162"/>
              <a:gd name="connsiteY48" fmla="*/ 2232025 h 6858000"/>
              <a:gd name="connsiteX49" fmla="*/ 4378531 w 4417162"/>
              <a:gd name="connsiteY49" fmla="*/ 2278062 h 6858000"/>
              <a:gd name="connsiteX50" fmla="*/ 4361735 w 4417162"/>
              <a:gd name="connsiteY50" fmla="*/ 2319337 h 6858000"/>
              <a:gd name="connsiteX51" fmla="*/ 4341580 w 4417162"/>
              <a:gd name="connsiteY51" fmla="*/ 2359025 h 6858000"/>
              <a:gd name="connsiteX52" fmla="*/ 4321425 w 4417162"/>
              <a:gd name="connsiteY52" fmla="*/ 2395537 h 6858000"/>
              <a:gd name="connsiteX53" fmla="*/ 4301270 w 4417162"/>
              <a:gd name="connsiteY53" fmla="*/ 2433637 h 6858000"/>
              <a:gd name="connsiteX54" fmla="*/ 4282794 w 4417162"/>
              <a:gd name="connsiteY54" fmla="*/ 2471737 h 6858000"/>
              <a:gd name="connsiteX55" fmla="*/ 4264318 w 4417162"/>
              <a:gd name="connsiteY55" fmla="*/ 2513012 h 6858000"/>
              <a:gd name="connsiteX56" fmla="*/ 4249203 w 4417162"/>
              <a:gd name="connsiteY56" fmla="*/ 2560637 h 6858000"/>
              <a:gd name="connsiteX57" fmla="*/ 4239125 w 4417162"/>
              <a:gd name="connsiteY57" fmla="*/ 2613025 h 6858000"/>
              <a:gd name="connsiteX58" fmla="*/ 4229047 w 4417162"/>
              <a:gd name="connsiteY58" fmla="*/ 2671762 h 6858000"/>
              <a:gd name="connsiteX59" fmla="*/ 4227367 w 4417162"/>
              <a:gd name="connsiteY59" fmla="*/ 2741612 h 6858000"/>
              <a:gd name="connsiteX60" fmla="*/ 4229047 w 4417162"/>
              <a:gd name="connsiteY60" fmla="*/ 2809875 h 6858000"/>
              <a:gd name="connsiteX61" fmla="*/ 4239125 w 4417162"/>
              <a:gd name="connsiteY61" fmla="*/ 2868612 h 6858000"/>
              <a:gd name="connsiteX62" fmla="*/ 4249203 w 4417162"/>
              <a:gd name="connsiteY62" fmla="*/ 2922587 h 6858000"/>
              <a:gd name="connsiteX63" fmla="*/ 4264318 w 4417162"/>
              <a:gd name="connsiteY63" fmla="*/ 2967037 h 6858000"/>
              <a:gd name="connsiteX64" fmla="*/ 4282794 w 4417162"/>
              <a:gd name="connsiteY64" fmla="*/ 3009900 h 6858000"/>
              <a:gd name="connsiteX65" fmla="*/ 4301270 w 4417162"/>
              <a:gd name="connsiteY65" fmla="*/ 3046412 h 6858000"/>
              <a:gd name="connsiteX66" fmla="*/ 4321425 w 4417162"/>
              <a:gd name="connsiteY66" fmla="*/ 3084512 h 6858000"/>
              <a:gd name="connsiteX67" fmla="*/ 4341580 w 4417162"/>
              <a:gd name="connsiteY67" fmla="*/ 3121025 h 6858000"/>
              <a:gd name="connsiteX68" fmla="*/ 4361735 w 4417162"/>
              <a:gd name="connsiteY68" fmla="*/ 3160712 h 6858000"/>
              <a:gd name="connsiteX69" fmla="*/ 4378531 w 4417162"/>
              <a:gd name="connsiteY69" fmla="*/ 3201987 h 6858000"/>
              <a:gd name="connsiteX70" fmla="*/ 4393648 w 4417162"/>
              <a:gd name="connsiteY70" fmla="*/ 3248025 h 6858000"/>
              <a:gd name="connsiteX71" fmla="*/ 4405405 w 4417162"/>
              <a:gd name="connsiteY71" fmla="*/ 3300412 h 6858000"/>
              <a:gd name="connsiteX72" fmla="*/ 4413803 w 4417162"/>
              <a:gd name="connsiteY72" fmla="*/ 3360737 h 6858000"/>
              <a:gd name="connsiteX73" fmla="*/ 4417162 w 4417162"/>
              <a:gd name="connsiteY73" fmla="*/ 3427412 h 6858000"/>
              <a:gd name="connsiteX74" fmla="*/ 4413803 w 4417162"/>
              <a:gd name="connsiteY74" fmla="*/ 3497262 h 6858000"/>
              <a:gd name="connsiteX75" fmla="*/ 4405405 w 4417162"/>
              <a:gd name="connsiteY75" fmla="*/ 3557587 h 6858000"/>
              <a:gd name="connsiteX76" fmla="*/ 4393648 w 4417162"/>
              <a:gd name="connsiteY76" fmla="*/ 3609975 h 6858000"/>
              <a:gd name="connsiteX77" fmla="*/ 4378531 w 4417162"/>
              <a:gd name="connsiteY77" fmla="*/ 3656012 h 6858000"/>
              <a:gd name="connsiteX78" fmla="*/ 4361735 w 4417162"/>
              <a:gd name="connsiteY78" fmla="*/ 3697287 h 6858000"/>
              <a:gd name="connsiteX79" fmla="*/ 4341580 w 4417162"/>
              <a:gd name="connsiteY79" fmla="*/ 3736975 h 6858000"/>
              <a:gd name="connsiteX80" fmla="*/ 4301270 w 4417162"/>
              <a:gd name="connsiteY80" fmla="*/ 3811587 h 6858000"/>
              <a:gd name="connsiteX81" fmla="*/ 4282794 w 4417162"/>
              <a:gd name="connsiteY81" fmla="*/ 3848100 h 6858000"/>
              <a:gd name="connsiteX82" fmla="*/ 4264318 w 4417162"/>
              <a:gd name="connsiteY82" fmla="*/ 3890962 h 6858000"/>
              <a:gd name="connsiteX83" fmla="*/ 4249203 w 4417162"/>
              <a:gd name="connsiteY83" fmla="*/ 3935412 h 6858000"/>
              <a:gd name="connsiteX84" fmla="*/ 4239125 w 4417162"/>
              <a:gd name="connsiteY84" fmla="*/ 3987800 h 6858000"/>
              <a:gd name="connsiteX85" fmla="*/ 4229047 w 4417162"/>
              <a:gd name="connsiteY85" fmla="*/ 4048125 h 6858000"/>
              <a:gd name="connsiteX86" fmla="*/ 4227367 w 4417162"/>
              <a:gd name="connsiteY86" fmla="*/ 4116387 h 6858000"/>
              <a:gd name="connsiteX87" fmla="*/ 4229047 w 4417162"/>
              <a:gd name="connsiteY87" fmla="*/ 4186237 h 6858000"/>
              <a:gd name="connsiteX88" fmla="*/ 4239125 w 4417162"/>
              <a:gd name="connsiteY88" fmla="*/ 4244975 h 6858000"/>
              <a:gd name="connsiteX89" fmla="*/ 4249203 w 4417162"/>
              <a:gd name="connsiteY89" fmla="*/ 4297362 h 6858000"/>
              <a:gd name="connsiteX90" fmla="*/ 4264318 w 4417162"/>
              <a:gd name="connsiteY90" fmla="*/ 4343400 h 6858000"/>
              <a:gd name="connsiteX91" fmla="*/ 4282794 w 4417162"/>
              <a:gd name="connsiteY91" fmla="*/ 4386262 h 6858000"/>
              <a:gd name="connsiteX92" fmla="*/ 4301270 w 4417162"/>
              <a:gd name="connsiteY92" fmla="*/ 4424362 h 6858000"/>
              <a:gd name="connsiteX93" fmla="*/ 4341580 w 4417162"/>
              <a:gd name="connsiteY93" fmla="*/ 4498975 h 6858000"/>
              <a:gd name="connsiteX94" fmla="*/ 4361735 w 4417162"/>
              <a:gd name="connsiteY94" fmla="*/ 4537075 h 6858000"/>
              <a:gd name="connsiteX95" fmla="*/ 4378531 w 4417162"/>
              <a:gd name="connsiteY95" fmla="*/ 4579937 h 6858000"/>
              <a:gd name="connsiteX96" fmla="*/ 4393648 w 4417162"/>
              <a:gd name="connsiteY96" fmla="*/ 4625975 h 6858000"/>
              <a:gd name="connsiteX97" fmla="*/ 4405405 w 4417162"/>
              <a:gd name="connsiteY97" fmla="*/ 4678362 h 6858000"/>
              <a:gd name="connsiteX98" fmla="*/ 4413803 w 4417162"/>
              <a:gd name="connsiteY98" fmla="*/ 4738687 h 6858000"/>
              <a:gd name="connsiteX99" fmla="*/ 4417162 w 4417162"/>
              <a:gd name="connsiteY99" fmla="*/ 4806950 h 6858000"/>
              <a:gd name="connsiteX100" fmla="*/ 4413803 w 4417162"/>
              <a:gd name="connsiteY100" fmla="*/ 4875212 h 6858000"/>
              <a:gd name="connsiteX101" fmla="*/ 4405405 w 4417162"/>
              <a:gd name="connsiteY101" fmla="*/ 4935537 h 6858000"/>
              <a:gd name="connsiteX102" fmla="*/ 4393648 w 4417162"/>
              <a:gd name="connsiteY102" fmla="*/ 4987925 h 6858000"/>
              <a:gd name="connsiteX103" fmla="*/ 4378531 w 4417162"/>
              <a:gd name="connsiteY103" fmla="*/ 5033962 h 6858000"/>
              <a:gd name="connsiteX104" fmla="*/ 4361735 w 4417162"/>
              <a:gd name="connsiteY104" fmla="*/ 5075237 h 6858000"/>
              <a:gd name="connsiteX105" fmla="*/ 4341580 w 4417162"/>
              <a:gd name="connsiteY105" fmla="*/ 5114925 h 6858000"/>
              <a:gd name="connsiteX106" fmla="*/ 4321425 w 4417162"/>
              <a:gd name="connsiteY106" fmla="*/ 5149850 h 6858000"/>
              <a:gd name="connsiteX107" fmla="*/ 4301270 w 4417162"/>
              <a:gd name="connsiteY107" fmla="*/ 5186362 h 6858000"/>
              <a:gd name="connsiteX108" fmla="*/ 4282794 w 4417162"/>
              <a:gd name="connsiteY108" fmla="*/ 5226050 h 6858000"/>
              <a:gd name="connsiteX109" fmla="*/ 4264318 w 4417162"/>
              <a:gd name="connsiteY109" fmla="*/ 5268912 h 6858000"/>
              <a:gd name="connsiteX110" fmla="*/ 4249203 w 4417162"/>
              <a:gd name="connsiteY110" fmla="*/ 5313362 h 6858000"/>
              <a:gd name="connsiteX111" fmla="*/ 4239125 w 4417162"/>
              <a:gd name="connsiteY111" fmla="*/ 5365750 h 6858000"/>
              <a:gd name="connsiteX112" fmla="*/ 4229047 w 4417162"/>
              <a:gd name="connsiteY112" fmla="*/ 5426075 h 6858000"/>
              <a:gd name="connsiteX113" fmla="*/ 4227367 w 4417162"/>
              <a:gd name="connsiteY113" fmla="*/ 5494337 h 6858000"/>
              <a:gd name="connsiteX114" fmla="*/ 4229047 w 4417162"/>
              <a:gd name="connsiteY114" fmla="*/ 5562600 h 6858000"/>
              <a:gd name="connsiteX115" fmla="*/ 4239125 w 4417162"/>
              <a:gd name="connsiteY115" fmla="*/ 5622925 h 6858000"/>
              <a:gd name="connsiteX116" fmla="*/ 4249203 w 4417162"/>
              <a:gd name="connsiteY116" fmla="*/ 5675312 h 6858000"/>
              <a:gd name="connsiteX117" fmla="*/ 4264318 w 4417162"/>
              <a:gd name="connsiteY117" fmla="*/ 5721350 h 6858000"/>
              <a:gd name="connsiteX118" fmla="*/ 4282794 w 4417162"/>
              <a:gd name="connsiteY118" fmla="*/ 5762625 h 6858000"/>
              <a:gd name="connsiteX119" fmla="*/ 4301270 w 4417162"/>
              <a:gd name="connsiteY119" fmla="*/ 5802312 h 6858000"/>
              <a:gd name="connsiteX120" fmla="*/ 4321425 w 4417162"/>
              <a:gd name="connsiteY120" fmla="*/ 5840412 h 6858000"/>
              <a:gd name="connsiteX121" fmla="*/ 4341580 w 4417162"/>
              <a:gd name="connsiteY121" fmla="*/ 5876925 h 6858000"/>
              <a:gd name="connsiteX122" fmla="*/ 4361735 w 4417162"/>
              <a:gd name="connsiteY122" fmla="*/ 5915025 h 6858000"/>
              <a:gd name="connsiteX123" fmla="*/ 4378531 w 4417162"/>
              <a:gd name="connsiteY123" fmla="*/ 5956300 h 6858000"/>
              <a:gd name="connsiteX124" fmla="*/ 4393648 w 4417162"/>
              <a:gd name="connsiteY124" fmla="*/ 6003925 h 6858000"/>
              <a:gd name="connsiteX125" fmla="*/ 4405405 w 4417162"/>
              <a:gd name="connsiteY125" fmla="*/ 6056312 h 6858000"/>
              <a:gd name="connsiteX126" fmla="*/ 4413803 w 4417162"/>
              <a:gd name="connsiteY126" fmla="*/ 6113462 h 6858000"/>
              <a:gd name="connsiteX127" fmla="*/ 4417162 w 4417162"/>
              <a:gd name="connsiteY127" fmla="*/ 6183312 h 6858000"/>
              <a:gd name="connsiteX128" fmla="*/ 4413803 w 4417162"/>
              <a:gd name="connsiteY128" fmla="*/ 6251575 h 6858000"/>
              <a:gd name="connsiteX129" fmla="*/ 4405405 w 4417162"/>
              <a:gd name="connsiteY129" fmla="*/ 6311900 h 6858000"/>
              <a:gd name="connsiteX130" fmla="*/ 4393648 w 4417162"/>
              <a:gd name="connsiteY130" fmla="*/ 6361112 h 6858000"/>
              <a:gd name="connsiteX131" fmla="*/ 4378531 w 4417162"/>
              <a:gd name="connsiteY131" fmla="*/ 6407150 h 6858000"/>
              <a:gd name="connsiteX132" fmla="*/ 4361735 w 4417162"/>
              <a:gd name="connsiteY132" fmla="*/ 6448425 h 6858000"/>
              <a:gd name="connsiteX133" fmla="*/ 4343260 w 4417162"/>
              <a:gd name="connsiteY133" fmla="*/ 6488112 h 6858000"/>
              <a:gd name="connsiteX134" fmla="*/ 4324784 w 4417162"/>
              <a:gd name="connsiteY134" fmla="*/ 6523037 h 6858000"/>
              <a:gd name="connsiteX135" fmla="*/ 4304629 w 4417162"/>
              <a:gd name="connsiteY135" fmla="*/ 6561137 h 6858000"/>
              <a:gd name="connsiteX136" fmla="*/ 4284474 w 4417162"/>
              <a:gd name="connsiteY136" fmla="*/ 6597650 h 6858000"/>
              <a:gd name="connsiteX137" fmla="*/ 4267678 w 4417162"/>
              <a:gd name="connsiteY137" fmla="*/ 6640512 h 6858000"/>
              <a:gd name="connsiteX138" fmla="*/ 4250882 w 4417162"/>
              <a:gd name="connsiteY138" fmla="*/ 6683375 h 6858000"/>
              <a:gd name="connsiteX139" fmla="*/ 4240804 w 4417162"/>
              <a:gd name="connsiteY139" fmla="*/ 6735762 h 6858000"/>
              <a:gd name="connsiteX140" fmla="*/ 4232407 w 4417162"/>
              <a:gd name="connsiteY140" fmla="*/ 6791325 h 6858000"/>
              <a:gd name="connsiteX141" fmla="*/ 4227367 w 4417162"/>
              <a:gd name="connsiteY141" fmla="*/ 6858000 h 6858000"/>
              <a:gd name="connsiteX142" fmla="*/ 2310062 w 4417162"/>
              <a:gd name="connsiteY142" fmla="*/ 6858000 h 6858000"/>
              <a:gd name="connsiteX143" fmla="*/ 144378 w 4417162"/>
              <a:gd name="connsiteY143" fmla="*/ 6858000 h 6858000"/>
              <a:gd name="connsiteX144" fmla="*/ 0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0" y="0"/>
                </a:moveTo>
                <a:lnTo>
                  <a:pt x="144378" y="0"/>
                </a:lnTo>
                <a:lnTo>
                  <a:pt x="2310062" y="0"/>
                </a:lnTo>
                <a:lnTo>
                  <a:pt x="4227367" y="0"/>
                </a:lnTo>
                <a:lnTo>
                  <a:pt x="4232407" y="66675"/>
                </a:lnTo>
                <a:lnTo>
                  <a:pt x="4240804" y="122237"/>
                </a:lnTo>
                <a:lnTo>
                  <a:pt x="4250882" y="174625"/>
                </a:lnTo>
                <a:lnTo>
                  <a:pt x="4267678" y="217487"/>
                </a:lnTo>
                <a:lnTo>
                  <a:pt x="4284474" y="260350"/>
                </a:lnTo>
                <a:lnTo>
                  <a:pt x="4304629" y="296862"/>
                </a:lnTo>
                <a:lnTo>
                  <a:pt x="4324784" y="334962"/>
                </a:lnTo>
                <a:lnTo>
                  <a:pt x="4343260" y="369887"/>
                </a:lnTo>
                <a:lnTo>
                  <a:pt x="4361735" y="409575"/>
                </a:lnTo>
                <a:lnTo>
                  <a:pt x="4378531" y="450850"/>
                </a:lnTo>
                <a:lnTo>
                  <a:pt x="4393648" y="496887"/>
                </a:lnTo>
                <a:lnTo>
                  <a:pt x="4405405" y="546100"/>
                </a:lnTo>
                <a:lnTo>
                  <a:pt x="4413803" y="606425"/>
                </a:lnTo>
                <a:lnTo>
                  <a:pt x="4417162" y="673100"/>
                </a:lnTo>
                <a:lnTo>
                  <a:pt x="4413803" y="744537"/>
                </a:lnTo>
                <a:lnTo>
                  <a:pt x="4405405" y="801687"/>
                </a:lnTo>
                <a:lnTo>
                  <a:pt x="4393648" y="854075"/>
                </a:lnTo>
                <a:lnTo>
                  <a:pt x="4378531" y="901700"/>
                </a:lnTo>
                <a:lnTo>
                  <a:pt x="4361735" y="942975"/>
                </a:lnTo>
                <a:lnTo>
                  <a:pt x="4341580" y="981075"/>
                </a:lnTo>
                <a:lnTo>
                  <a:pt x="4321425" y="1017587"/>
                </a:lnTo>
                <a:lnTo>
                  <a:pt x="4301270" y="1055687"/>
                </a:lnTo>
                <a:lnTo>
                  <a:pt x="4282794" y="1095375"/>
                </a:lnTo>
                <a:lnTo>
                  <a:pt x="4264318" y="1136650"/>
                </a:lnTo>
                <a:lnTo>
                  <a:pt x="4249203" y="1182687"/>
                </a:lnTo>
                <a:lnTo>
                  <a:pt x="4239125" y="1235075"/>
                </a:lnTo>
                <a:lnTo>
                  <a:pt x="4229047" y="1295400"/>
                </a:lnTo>
                <a:lnTo>
                  <a:pt x="4227367" y="1363662"/>
                </a:lnTo>
                <a:lnTo>
                  <a:pt x="4229047" y="1431925"/>
                </a:lnTo>
                <a:lnTo>
                  <a:pt x="4239125" y="1492250"/>
                </a:lnTo>
                <a:lnTo>
                  <a:pt x="4249203" y="1544637"/>
                </a:lnTo>
                <a:lnTo>
                  <a:pt x="4264318" y="1589087"/>
                </a:lnTo>
                <a:lnTo>
                  <a:pt x="4282794" y="1631950"/>
                </a:lnTo>
                <a:lnTo>
                  <a:pt x="4301270" y="1671637"/>
                </a:lnTo>
                <a:lnTo>
                  <a:pt x="4321425" y="1708150"/>
                </a:lnTo>
                <a:lnTo>
                  <a:pt x="4341580" y="1743075"/>
                </a:lnTo>
                <a:lnTo>
                  <a:pt x="4361735" y="1782762"/>
                </a:lnTo>
                <a:lnTo>
                  <a:pt x="4378531" y="1824037"/>
                </a:lnTo>
                <a:lnTo>
                  <a:pt x="4393648" y="1870075"/>
                </a:lnTo>
                <a:lnTo>
                  <a:pt x="4405405" y="1922462"/>
                </a:lnTo>
                <a:lnTo>
                  <a:pt x="4413803" y="1982787"/>
                </a:lnTo>
                <a:lnTo>
                  <a:pt x="4417162" y="2051050"/>
                </a:lnTo>
                <a:lnTo>
                  <a:pt x="4413803" y="2119312"/>
                </a:lnTo>
                <a:lnTo>
                  <a:pt x="4405405" y="2179637"/>
                </a:lnTo>
                <a:lnTo>
                  <a:pt x="4393648" y="2232025"/>
                </a:lnTo>
                <a:lnTo>
                  <a:pt x="4378531" y="2278062"/>
                </a:lnTo>
                <a:lnTo>
                  <a:pt x="4361735" y="2319337"/>
                </a:lnTo>
                <a:lnTo>
                  <a:pt x="4341580" y="2359025"/>
                </a:lnTo>
                <a:lnTo>
                  <a:pt x="4321425" y="2395537"/>
                </a:lnTo>
                <a:lnTo>
                  <a:pt x="4301270" y="2433637"/>
                </a:lnTo>
                <a:lnTo>
                  <a:pt x="4282794" y="2471737"/>
                </a:lnTo>
                <a:lnTo>
                  <a:pt x="4264318" y="2513012"/>
                </a:lnTo>
                <a:lnTo>
                  <a:pt x="4249203" y="2560637"/>
                </a:lnTo>
                <a:lnTo>
                  <a:pt x="4239125" y="2613025"/>
                </a:lnTo>
                <a:lnTo>
                  <a:pt x="4229047" y="2671762"/>
                </a:lnTo>
                <a:lnTo>
                  <a:pt x="4227367" y="2741612"/>
                </a:lnTo>
                <a:lnTo>
                  <a:pt x="4229047" y="2809875"/>
                </a:lnTo>
                <a:lnTo>
                  <a:pt x="4239125" y="2868612"/>
                </a:lnTo>
                <a:lnTo>
                  <a:pt x="4249203" y="2922587"/>
                </a:lnTo>
                <a:lnTo>
                  <a:pt x="4264318" y="2967037"/>
                </a:lnTo>
                <a:lnTo>
                  <a:pt x="4282794" y="3009900"/>
                </a:lnTo>
                <a:lnTo>
                  <a:pt x="4301270" y="3046412"/>
                </a:lnTo>
                <a:lnTo>
                  <a:pt x="4321425" y="3084512"/>
                </a:lnTo>
                <a:lnTo>
                  <a:pt x="4341580" y="3121025"/>
                </a:lnTo>
                <a:lnTo>
                  <a:pt x="4361735" y="3160712"/>
                </a:lnTo>
                <a:lnTo>
                  <a:pt x="4378531" y="3201987"/>
                </a:lnTo>
                <a:lnTo>
                  <a:pt x="4393648" y="3248025"/>
                </a:lnTo>
                <a:lnTo>
                  <a:pt x="4405405" y="3300412"/>
                </a:lnTo>
                <a:lnTo>
                  <a:pt x="4413803" y="3360737"/>
                </a:lnTo>
                <a:lnTo>
                  <a:pt x="4417162" y="3427412"/>
                </a:lnTo>
                <a:lnTo>
                  <a:pt x="4413803" y="3497262"/>
                </a:lnTo>
                <a:lnTo>
                  <a:pt x="4405405" y="3557587"/>
                </a:lnTo>
                <a:lnTo>
                  <a:pt x="4393648" y="3609975"/>
                </a:lnTo>
                <a:lnTo>
                  <a:pt x="4378531" y="3656012"/>
                </a:lnTo>
                <a:lnTo>
                  <a:pt x="4361735" y="3697287"/>
                </a:lnTo>
                <a:lnTo>
                  <a:pt x="4341580" y="3736975"/>
                </a:lnTo>
                <a:lnTo>
                  <a:pt x="4301270" y="3811587"/>
                </a:lnTo>
                <a:lnTo>
                  <a:pt x="4282794" y="3848100"/>
                </a:lnTo>
                <a:lnTo>
                  <a:pt x="4264318" y="3890962"/>
                </a:lnTo>
                <a:lnTo>
                  <a:pt x="4249203" y="3935412"/>
                </a:lnTo>
                <a:lnTo>
                  <a:pt x="4239125" y="3987800"/>
                </a:lnTo>
                <a:lnTo>
                  <a:pt x="4229047" y="4048125"/>
                </a:lnTo>
                <a:lnTo>
                  <a:pt x="4227367" y="4116387"/>
                </a:lnTo>
                <a:lnTo>
                  <a:pt x="4229047" y="4186237"/>
                </a:lnTo>
                <a:lnTo>
                  <a:pt x="4239125" y="4244975"/>
                </a:lnTo>
                <a:lnTo>
                  <a:pt x="4249203" y="4297362"/>
                </a:lnTo>
                <a:lnTo>
                  <a:pt x="4264318" y="4343400"/>
                </a:lnTo>
                <a:lnTo>
                  <a:pt x="4282794" y="4386262"/>
                </a:lnTo>
                <a:lnTo>
                  <a:pt x="4301270" y="4424362"/>
                </a:lnTo>
                <a:lnTo>
                  <a:pt x="4341580" y="4498975"/>
                </a:lnTo>
                <a:lnTo>
                  <a:pt x="4361735" y="4537075"/>
                </a:lnTo>
                <a:lnTo>
                  <a:pt x="4378531" y="4579937"/>
                </a:lnTo>
                <a:lnTo>
                  <a:pt x="4393648" y="4625975"/>
                </a:lnTo>
                <a:lnTo>
                  <a:pt x="4405405" y="4678362"/>
                </a:lnTo>
                <a:lnTo>
                  <a:pt x="4413803" y="4738687"/>
                </a:lnTo>
                <a:lnTo>
                  <a:pt x="4417162" y="4806950"/>
                </a:lnTo>
                <a:lnTo>
                  <a:pt x="4413803" y="4875212"/>
                </a:lnTo>
                <a:lnTo>
                  <a:pt x="4405405" y="4935537"/>
                </a:lnTo>
                <a:lnTo>
                  <a:pt x="4393648" y="4987925"/>
                </a:lnTo>
                <a:lnTo>
                  <a:pt x="4378531" y="5033962"/>
                </a:lnTo>
                <a:lnTo>
                  <a:pt x="4361735" y="5075237"/>
                </a:lnTo>
                <a:lnTo>
                  <a:pt x="4341580" y="5114925"/>
                </a:lnTo>
                <a:lnTo>
                  <a:pt x="4321425" y="5149850"/>
                </a:lnTo>
                <a:lnTo>
                  <a:pt x="4301270" y="5186362"/>
                </a:lnTo>
                <a:lnTo>
                  <a:pt x="4282794" y="5226050"/>
                </a:lnTo>
                <a:lnTo>
                  <a:pt x="4264318" y="5268912"/>
                </a:lnTo>
                <a:lnTo>
                  <a:pt x="4249203" y="5313362"/>
                </a:lnTo>
                <a:lnTo>
                  <a:pt x="4239125" y="5365750"/>
                </a:lnTo>
                <a:lnTo>
                  <a:pt x="4229047" y="5426075"/>
                </a:lnTo>
                <a:lnTo>
                  <a:pt x="4227367" y="5494337"/>
                </a:lnTo>
                <a:lnTo>
                  <a:pt x="4229047" y="5562600"/>
                </a:lnTo>
                <a:lnTo>
                  <a:pt x="4239125" y="5622925"/>
                </a:lnTo>
                <a:lnTo>
                  <a:pt x="4249203" y="5675312"/>
                </a:lnTo>
                <a:lnTo>
                  <a:pt x="4264318" y="5721350"/>
                </a:lnTo>
                <a:lnTo>
                  <a:pt x="4282794" y="5762625"/>
                </a:lnTo>
                <a:lnTo>
                  <a:pt x="4301270" y="5802312"/>
                </a:lnTo>
                <a:lnTo>
                  <a:pt x="4321425" y="5840412"/>
                </a:lnTo>
                <a:lnTo>
                  <a:pt x="4341580" y="5876925"/>
                </a:lnTo>
                <a:lnTo>
                  <a:pt x="4361735" y="5915025"/>
                </a:lnTo>
                <a:lnTo>
                  <a:pt x="4378531" y="5956300"/>
                </a:lnTo>
                <a:lnTo>
                  <a:pt x="4393648" y="6003925"/>
                </a:lnTo>
                <a:lnTo>
                  <a:pt x="4405405" y="6056312"/>
                </a:lnTo>
                <a:lnTo>
                  <a:pt x="4413803" y="6113462"/>
                </a:lnTo>
                <a:lnTo>
                  <a:pt x="4417162" y="6183312"/>
                </a:lnTo>
                <a:lnTo>
                  <a:pt x="4413803" y="6251575"/>
                </a:lnTo>
                <a:lnTo>
                  <a:pt x="4405405" y="6311900"/>
                </a:lnTo>
                <a:lnTo>
                  <a:pt x="4393648" y="6361112"/>
                </a:lnTo>
                <a:lnTo>
                  <a:pt x="4378531" y="6407150"/>
                </a:lnTo>
                <a:lnTo>
                  <a:pt x="4361735" y="6448425"/>
                </a:lnTo>
                <a:lnTo>
                  <a:pt x="4343260" y="6488112"/>
                </a:lnTo>
                <a:lnTo>
                  <a:pt x="4324784" y="6523037"/>
                </a:lnTo>
                <a:lnTo>
                  <a:pt x="4304629" y="6561137"/>
                </a:lnTo>
                <a:lnTo>
                  <a:pt x="4284474" y="6597650"/>
                </a:lnTo>
                <a:lnTo>
                  <a:pt x="4267678" y="6640512"/>
                </a:lnTo>
                <a:lnTo>
                  <a:pt x="4250882" y="6683375"/>
                </a:lnTo>
                <a:lnTo>
                  <a:pt x="4240804" y="6735762"/>
                </a:lnTo>
                <a:lnTo>
                  <a:pt x="4232407" y="6791325"/>
                </a:lnTo>
                <a:lnTo>
                  <a:pt x="4227367" y="6858000"/>
                </a:lnTo>
                <a:lnTo>
                  <a:pt x="2310062" y="6858000"/>
                </a:lnTo>
                <a:lnTo>
                  <a:pt x="14437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A7A4B465-FBCC-4CD4-89A1-82992A7B4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272784" cy="6858000"/>
          </a:xfrm>
          <a:custGeom>
            <a:avLst/>
            <a:gdLst>
              <a:gd name="connsiteX0" fmla="*/ 0 w 4272784"/>
              <a:gd name="connsiteY0" fmla="*/ 0 h 6858000"/>
              <a:gd name="connsiteX1" fmla="*/ 4082989 w 4272784"/>
              <a:gd name="connsiteY1" fmla="*/ 0 h 6858000"/>
              <a:gd name="connsiteX2" fmla="*/ 4088029 w 4272784"/>
              <a:gd name="connsiteY2" fmla="*/ 66675 h 6858000"/>
              <a:gd name="connsiteX3" fmla="*/ 4096426 w 4272784"/>
              <a:gd name="connsiteY3" fmla="*/ 122237 h 6858000"/>
              <a:gd name="connsiteX4" fmla="*/ 4106504 w 4272784"/>
              <a:gd name="connsiteY4" fmla="*/ 174625 h 6858000"/>
              <a:gd name="connsiteX5" fmla="*/ 4123300 w 4272784"/>
              <a:gd name="connsiteY5" fmla="*/ 217487 h 6858000"/>
              <a:gd name="connsiteX6" fmla="*/ 4140096 w 4272784"/>
              <a:gd name="connsiteY6" fmla="*/ 260350 h 6858000"/>
              <a:gd name="connsiteX7" fmla="*/ 4160251 w 4272784"/>
              <a:gd name="connsiteY7" fmla="*/ 296862 h 6858000"/>
              <a:gd name="connsiteX8" fmla="*/ 4180406 w 4272784"/>
              <a:gd name="connsiteY8" fmla="*/ 334962 h 6858000"/>
              <a:gd name="connsiteX9" fmla="*/ 4198882 w 4272784"/>
              <a:gd name="connsiteY9" fmla="*/ 369887 h 6858000"/>
              <a:gd name="connsiteX10" fmla="*/ 4217357 w 4272784"/>
              <a:gd name="connsiteY10" fmla="*/ 409575 h 6858000"/>
              <a:gd name="connsiteX11" fmla="*/ 4234153 w 4272784"/>
              <a:gd name="connsiteY11" fmla="*/ 450850 h 6858000"/>
              <a:gd name="connsiteX12" fmla="*/ 4249270 w 4272784"/>
              <a:gd name="connsiteY12" fmla="*/ 496887 h 6858000"/>
              <a:gd name="connsiteX13" fmla="*/ 4261027 w 4272784"/>
              <a:gd name="connsiteY13" fmla="*/ 546100 h 6858000"/>
              <a:gd name="connsiteX14" fmla="*/ 4269425 w 4272784"/>
              <a:gd name="connsiteY14" fmla="*/ 606425 h 6858000"/>
              <a:gd name="connsiteX15" fmla="*/ 4272784 w 4272784"/>
              <a:gd name="connsiteY15" fmla="*/ 673100 h 6858000"/>
              <a:gd name="connsiteX16" fmla="*/ 4269425 w 4272784"/>
              <a:gd name="connsiteY16" fmla="*/ 744537 h 6858000"/>
              <a:gd name="connsiteX17" fmla="*/ 4261027 w 4272784"/>
              <a:gd name="connsiteY17" fmla="*/ 801687 h 6858000"/>
              <a:gd name="connsiteX18" fmla="*/ 4249270 w 4272784"/>
              <a:gd name="connsiteY18" fmla="*/ 854075 h 6858000"/>
              <a:gd name="connsiteX19" fmla="*/ 4234153 w 4272784"/>
              <a:gd name="connsiteY19" fmla="*/ 901700 h 6858000"/>
              <a:gd name="connsiteX20" fmla="*/ 4217357 w 4272784"/>
              <a:gd name="connsiteY20" fmla="*/ 942975 h 6858000"/>
              <a:gd name="connsiteX21" fmla="*/ 4197202 w 4272784"/>
              <a:gd name="connsiteY21" fmla="*/ 981075 h 6858000"/>
              <a:gd name="connsiteX22" fmla="*/ 4177047 w 4272784"/>
              <a:gd name="connsiteY22" fmla="*/ 1017587 h 6858000"/>
              <a:gd name="connsiteX23" fmla="*/ 4156892 w 4272784"/>
              <a:gd name="connsiteY23" fmla="*/ 1055687 h 6858000"/>
              <a:gd name="connsiteX24" fmla="*/ 4138416 w 4272784"/>
              <a:gd name="connsiteY24" fmla="*/ 1095375 h 6858000"/>
              <a:gd name="connsiteX25" fmla="*/ 4119940 w 4272784"/>
              <a:gd name="connsiteY25" fmla="*/ 1136650 h 6858000"/>
              <a:gd name="connsiteX26" fmla="*/ 4104825 w 4272784"/>
              <a:gd name="connsiteY26" fmla="*/ 1182687 h 6858000"/>
              <a:gd name="connsiteX27" fmla="*/ 4094747 w 4272784"/>
              <a:gd name="connsiteY27" fmla="*/ 1235075 h 6858000"/>
              <a:gd name="connsiteX28" fmla="*/ 4084669 w 4272784"/>
              <a:gd name="connsiteY28" fmla="*/ 1295400 h 6858000"/>
              <a:gd name="connsiteX29" fmla="*/ 4082989 w 4272784"/>
              <a:gd name="connsiteY29" fmla="*/ 1363662 h 6858000"/>
              <a:gd name="connsiteX30" fmla="*/ 4084669 w 4272784"/>
              <a:gd name="connsiteY30" fmla="*/ 1431925 h 6858000"/>
              <a:gd name="connsiteX31" fmla="*/ 4094747 w 4272784"/>
              <a:gd name="connsiteY31" fmla="*/ 1492250 h 6858000"/>
              <a:gd name="connsiteX32" fmla="*/ 4104825 w 4272784"/>
              <a:gd name="connsiteY32" fmla="*/ 1544637 h 6858000"/>
              <a:gd name="connsiteX33" fmla="*/ 4119940 w 4272784"/>
              <a:gd name="connsiteY33" fmla="*/ 1589087 h 6858000"/>
              <a:gd name="connsiteX34" fmla="*/ 4138416 w 4272784"/>
              <a:gd name="connsiteY34" fmla="*/ 1631950 h 6858000"/>
              <a:gd name="connsiteX35" fmla="*/ 4156892 w 4272784"/>
              <a:gd name="connsiteY35" fmla="*/ 1671637 h 6858000"/>
              <a:gd name="connsiteX36" fmla="*/ 4177047 w 4272784"/>
              <a:gd name="connsiteY36" fmla="*/ 1708150 h 6858000"/>
              <a:gd name="connsiteX37" fmla="*/ 4197202 w 4272784"/>
              <a:gd name="connsiteY37" fmla="*/ 1743075 h 6858000"/>
              <a:gd name="connsiteX38" fmla="*/ 4217357 w 4272784"/>
              <a:gd name="connsiteY38" fmla="*/ 1782762 h 6858000"/>
              <a:gd name="connsiteX39" fmla="*/ 4234153 w 4272784"/>
              <a:gd name="connsiteY39" fmla="*/ 1824037 h 6858000"/>
              <a:gd name="connsiteX40" fmla="*/ 4249270 w 4272784"/>
              <a:gd name="connsiteY40" fmla="*/ 1870075 h 6858000"/>
              <a:gd name="connsiteX41" fmla="*/ 4261027 w 4272784"/>
              <a:gd name="connsiteY41" fmla="*/ 1922462 h 6858000"/>
              <a:gd name="connsiteX42" fmla="*/ 4269425 w 4272784"/>
              <a:gd name="connsiteY42" fmla="*/ 1982787 h 6858000"/>
              <a:gd name="connsiteX43" fmla="*/ 4272784 w 4272784"/>
              <a:gd name="connsiteY43" fmla="*/ 2051050 h 6858000"/>
              <a:gd name="connsiteX44" fmla="*/ 4269425 w 4272784"/>
              <a:gd name="connsiteY44" fmla="*/ 2119312 h 6858000"/>
              <a:gd name="connsiteX45" fmla="*/ 4261027 w 4272784"/>
              <a:gd name="connsiteY45" fmla="*/ 2179637 h 6858000"/>
              <a:gd name="connsiteX46" fmla="*/ 4249270 w 4272784"/>
              <a:gd name="connsiteY46" fmla="*/ 2232025 h 6858000"/>
              <a:gd name="connsiteX47" fmla="*/ 4234153 w 4272784"/>
              <a:gd name="connsiteY47" fmla="*/ 2278062 h 6858000"/>
              <a:gd name="connsiteX48" fmla="*/ 4217357 w 4272784"/>
              <a:gd name="connsiteY48" fmla="*/ 2319337 h 6858000"/>
              <a:gd name="connsiteX49" fmla="*/ 4197202 w 4272784"/>
              <a:gd name="connsiteY49" fmla="*/ 2359025 h 6858000"/>
              <a:gd name="connsiteX50" fmla="*/ 4177047 w 4272784"/>
              <a:gd name="connsiteY50" fmla="*/ 2395537 h 6858000"/>
              <a:gd name="connsiteX51" fmla="*/ 4156892 w 4272784"/>
              <a:gd name="connsiteY51" fmla="*/ 2433637 h 6858000"/>
              <a:gd name="connsiteX52" fmla="*/ 4138416 w 4272784"/>
              <a:gd name="connsiteY52" fmla="*/ 2471737 h 6858000"/>
              <a:gd name="connsiteX53" fmla="*/ 4119940 w 4272784"/>
              <a:gd name="connsiteY53" fmla="*/ 2513012 h 6858000"/>
              <a:gd name="connsiteX54" fmla="*/ 4104825 w 4272784"/>
              <a:gd name="connsiteY54" fmla="*/ 2560637 h 6858000"/>
              <a:gd name="connsiteX55" fmla="*/ 4094747 w 4272784"/>
              <a:gd name="connsiteY55" fmla="*/ 2613025 h 6858000"/>
              <a:gd name="connsiteX56" fmla="*/ 4084669 w 4272784"/>
              <a:gd name="connsiteY56" fmla="*/ 2671762 h 6858000"/>
              <a:gd name="connsiteX57" fmla="*/ 4082989 w 4272784"/>
              <a:gd name="connsiteY57" fmla="*/ 2741612 h 6858000"/>
              <a:gd name="connsiteX58" fmla="*/ 4084669 w 4272784"/>
              <a:gd name="connsiteY58" fmla="*/ 2809875 h 6858000"/>
              <a:gd name="connsiteX59" fmla="*/ 4094747 w 4272784"/>
              <a:gd name="connsiteY59" fmla="*/ 2868612 h 6858000"/>
              <a:gd name="connsiteX60" fmla="*/ 4104825 w 4272784"/>
              <a:gd name="connsiteY60" fmla="*/ 2922587 h 6858000"/>
              <a:gd name="connsiteX61" fmla="*/ 4119940 w 4272784"/>
              <a:gd name="connsiteY61" fmla="*/ 2967037 h 6858000"/>
              <a:gd name="connsiteX62" fmla="*/ 4138416 w 4272784"/>
              <a:gd name="connsiteY62" fmla="*/ 3009900 h 6858000"/>
              <a:gd name="connsiteX63" fmla="*/ 4156892 w 4272784"/>
              <a:gd name="connsiteY63" fmla="*/ 3046412 h 6858000"/>
              <a:gd name="connsiteX64" fmla="*/ 4177047 w 4272784"/>
              <a:gd name="connsiteY64" fmla="*/ 3084512 h 6858000"/>
              <a:gd name="connsiteX65" fmla="*/ 4197202 w 4272784"/>
              <a:gd name="connsiteY65" fmla="*/ 3121025 h 6858000"/>
              <a:gd name="connsiteX66" fmla="*/ 4217357 w 4272784"/>
              <a:gd name="connsiteY66" fmla="*/ 3160712 h 6858000"/>
              <a:gd name="connsiteX67" fmla="*/ 4234153 w 4272784"/>
              <a:gd name="connsiteY67" fmla="*/ 3201987 h 6858000"/>
              <a:gd name="connsiteX68" fmla="*/ 4249270 w 4272784"/>
              <a:gd name="connsiteY68" fmla="*/ 3248025 h 6858000"/>
              <a:gd name="connsiteX69" fmla="*/ 4261027 w 4272784"/>
              <a:gd name="connsiteY69" fmla="*/ 3300412 h 6858000"/>
              <a:gd name="connsiteX70" fmla="*/ 4269425 w 4272784"/>
              <a:gd name="connsiteY70" fmla="*/ 3360737 h 6858000"/>
              <a:gd name="connsiteX71" fmla="*/ 4272784 w 4272784"/>
              <a:gd name="connsiteY71" fmla="*/ 3427412 h 6858000"/>
              <a:gd name="connsiteX72" fmla="*/ 4269425 w 4272784"/>
              <a:gd name="connsiteY72" fmla="*/ 3497262 h 6858000"/>
              <a:gd name="connsiteX73" fmla="*/ 4261027 w 4272784"/>
              <a:gd name="connsiteY73" fmla="*/ 3557587 h 6858000"/>
              <a:gd name="connsiteX74" fmla="*/ 4249270 w 4272784"/>
              <a:gd name="connsiteY74" fmla="*/ 3609975 h 6858000"/>
              <a:gd name="connsiteX75" fmla="*/ 4234153 w 4272784"/>
              <a:gd name="connsiteY75" fmla="*/ 3656012 h 6858000"/>
              <a:gd name="connsiteX76" fmla="*/ 4217357 w 4272784"/>
              <a:gd name="connsiteY76" fmla="*/ 3697287 h 6858000"/>
              <a:gd name="connsiteX77" fmla="*/ 4197202 w 4272784"/>
              <a:gd name="connsiteY77" fmla="*/ 3736975 h 6858000"/>
              <a:gd name="connsiteX78" fmla="*/ 4156892 w 4272784"/>
              <a:gd name="connsiteY78" fmla="*/ 3811587 h 6858000"/>
              <a:gd name="connsiteX79" fmla="*/ 4138416 w 4272784"/>
              <a:gd name="connsiteY79" fmla="*/ 3848100 h 6858000"/>
              <a:gd name="connsiteX80" fmla="*/ 4119940 w 4272784"/>
              <a:gd name="connsiteY80" fmla="*/ 3890962 h 6858000"/>
              <a:gd name="connsiteX81" fmla="*/ 4104825 w 4272784"/>
              <a:gd name="connsiteY81" fmla="*/ 3935412 h 6858000"/>
              <a:gd name="connsiteX82" fmla="*/ 4094747 w 4272784"/>
              <a:gd name="connsiteY82" fmla="*/ 3987800 h 6858000"/>
              <a:gd name="connsiteX83" fmla="*/ 4084669 w 4272784"/>
              <a:gd name="connsiteY83" fmla="*/ 4048125 h 6858000"/>
              <a:gd name="connsiteX84" fmla="*/ 4082989 w 4272784"/>
              <a:gd name="connsiteY84" fmla="*/ 4116387 h 6858000"/>
              <a:gd name="connsiteX85" fmla="*/ 4084669 w 4272784"/>
              <a:gd name="connsiteY85" fmla="*/ 4186237 h 6858000"/>
              <a:gd name="connsiteX86" fmla="*/ 4094747 w 4272784"/>
              <a:gd name="connsiteY86" fmla="*/ 4244975 h 6858000"/>
              <a:gd name="connsiteX87" fmla="*/ 4104825 w 4272784"/>
              <a:gd name="connsiteY87" fmla="*/ 4297362 h 6858000"/>
              <a:gd name="connsiteX88" fmla="*/ 4119940 w 4272784"/>
              <a:gd name="connsiteY88" fmla="*/ 4343400 h 6858000"/>
              <a:gd name="connsiteX89" fmla="*/ 4138416 w 4272784"/>
              <a:gd name="connsiteY89" fmla="*/ 4386262 h 6858000"/>
              <a:gd name="connsiteX90" fmla="*/ 4156892 w 4272784"/>
              <a:gd name="connsiteY90" fmla="*/ 4424362 h 6858000"/>
              <a:gd name="connsiteX91" fmla="*/ 4197202 w 4272784"/>
              <a:gd name="connsiteY91" fmla="*/ 4498975 h 6858000"/>
              <a:gd name="connsiteX92" fmla="*/ 4217357 w 4272784"/>
              <a:gd name="connsiteY92" fmla="*/ 4537075 h 6858000"/>
              <a:gd name="connsiteX93" fmla="*/ 4234153 w 4272784"/>
              <a:gd name="connsiteY93" fmla="*/ 4579937 h 6858000"/>
              <a:gd name="connsiteX94" fmla="*/ 4249270 w 4272784"/>
              <a:gd name="connsiteY94" fmla="*/ 4625975 h 6858000"/>
              <a:gd name="connsiteX95" fmla="*/ 4261027 w 4272784"/>
              <a:gd name="connsiteY95" fmla="*/ 4678362 h 6858000"/>
              <a:gd name="connsiteX96" fmla="*/ 4269425 w 4272784"/>
              <a:gd name="connsiteY96" fmla="*/ 4738687 h 6858000"/>
              <a:gd name="connsiteX97" fmla="*/ 4272784 w 4272784"/>
              <a:gd name="connsiteY97" fmla="*/ 4806950 h 6858000"/>
              <a:gd name="connsiteX98" fmla="*/ 4269425 w 4272784"/>
              <a:gd name="connsiteY98" fmla="*/ 4875212 h 6858000"/>
              <a:gd name="connsiteX99" fmla="*/ 4261027 w 4272784"/>
              <a:gd name="connsiteY99" fmla="*/ 4935537 h 6858000"/>
              <a:gd name="connsiteX100" fmla="*/ 4249270 w 4272784"/>
              <a:gd name="connsiteY100" fmla="*/ 4987925 h 6858000"/>
              <a:gd name="connsiteX101" fmla="*/ 4234153 w 4272784"/>
              <a:gd name="connsiteY101" fmla="*/ 5033962 h 6858000"/>
              <a:gd name="connsiteX102" fmla="*/ 4217357 w 4272784"/>
              <a:gd name="connsiteY102" fmla="*/ 5075237 h 6858000"/>
              <a:gd name="connsiteX103" fmla="*/ 4197202 w 4272784"/>
              <a:gd name="connsiteY103" fmla="*/ 5114925 h 6858000"/>
              <a:gd name="connsiteX104" fmla="*/ 4177047 w 4272784"/>
              <a:gd name="connsiteY104" fmla="*/ 5149850 h 6858000"/>
              <a:gd name="connsiteX105" fmla="*/ 4156892 w 4272784"/>
              <a:gd name="connsiteY105" fmla="*/ 5186362 h 6858000"/>
              <a:gd name="connsiteX106" fmla="*/ 4138416 w 4272784"/>
              <a:gd name="connsiteY106" fmla="*/ 5226050 h 6858000"/>
              <a:gd name="connsiteX107" fmla="*/ 4119940 w 4272784"/>
              <a:gd name="connsiteY107" fmla="*/ 5268912 h 6858000"/>
              <a:gd name="connsiteX108" fmla="*/ 4104825 w 4272784"/>
              <a:gd name="connsiteY108" fmla="*/ 5313362 h 6858000"/>
              <a:gd name="connsiteX109" fmla="*/ 4094747 w 4272784"/>
              <a:gd name="connsiteY109" fmla="*/ 5365750 h 6858000"/>
              <a:gd name="connsiteX110" fmla="*/ 4084669 w 4272784"/>
              <a:gd name="connsiteY110" fmla="*/ 5426075 h 6858000"/>
              <a:gd name="connsiteX111" fmla="*/ 4082989 w 4272784"/>
              <a:gd name="connsiteY111" fmla="*/ 5494337 h 6858000"/>
              <a:gd name="connsiteX112" fmla="*/ 4084669 w 4272784"/>
              <a:gd name="connsiteY112" fmla="*/ 5562600 h 6858000"/>
              <a:gd name="connsiteX113" fmla="*/ 4094747 w 4272784"/>
              <a:gd name="connsiteY113" fmla="*/ 5622925 h 6858000"/>
              <a:gd name="connsiteX114" fmla="*/ 4104825 w 4272784"/>
              <a:gd name="connsiteY114" fmla="*/ 5675312 h 6858000"/>
              <a:gd name="connsiteX115" fmla="*/ 4119940 w 4272784"/>
              <a:gd name="connsiteY115" fmla="*/ 5721350 h 6858000"/>
              <a:gd name="connsiteX116" fmla="*/ 4138416 w 4272784"/>
              <a:gd name="connsiteY116" fmla="*/ 5762625 h 6858000"/>
              <a:gd name="connsiteX117" fmla="*/ 4156892 w 4272784"/>
              <a:gd name="connsiteY117" fmla="*/ 5802312 h 6858000"/>
              <a:gd name="connsiteX118" fmla="*/ 4177047 w 4272784"/>
              <a:gd name="connsiteY118" fmla="*/ 5840412 h 6858000"/>
              <a:gd name="connsiteX119" fmla="*/ 4197202 w 4272784"/>
              <a:gd name="connsiteY119" fmla="*/ 5876925 h 6858000"/>
              <a:gd name="connsiteX120" fmla="*/ 4217357 w 4272784"/>
              <a:gd name="connsiteY120" fmla="*/ 5915025 h 6858000"/>
              <a:gd name="connsiteX121" fmla="*/ 4234153 w 4272784"/>
              <a:gd name="connsiteY121" fmla="*/ 5956300 h 6858000"/>
              <a:gd name="connsiteX122" fmla="*/ 4249270 w 4272784"/>
              <a:gd name="connsiteY122" fmla="*/ 6003925 h 6858000"/>
              <a:gd name="connsiteX123" fmla="*/ 4261027 w 4272784"/>
              <a:gd name="connsiteY123" fmla="*/ 6056312 h 6858000"/>
              <a:gd name="connsiteX124" fmla="*/ 4269425 w 4272784"/>
              <a:gd name="connsiteY124" fmla="*/ 6113462 h 6858000"/>
              <a:gd name="connsiteX125" fmla="*/ 4272784 w 4272784"/>
              <a:gd name="connsiteY125" fmla="*/ 6183312 h 6858000"/>
              <a:gd name="connsiteX126" fmla="*/ 4269425 w 4272784"/>
              <a:gd name="connsiteY126" fmla="*/ 6251575 h 6858000"/>
              <a:gd name="connsiteX127" fmla="*/ 4261027 w 4272784"/>
              <a:gd name="connsiteY127" fmla="*/ 6311900 h 6858000"/>
              <a:gd name="connsiteX128" fmla="*/ 4249270 w 4272784"/>
              <a:gd name="connsiteY128" fmla="*/ 6361112 h 6858000"/>
              <a:gd name="connsiteX129" fmla="*/ 4234153 w 4272784"/>
              <a:gd name="connsiteY129" fmla="*/ 6407150 h 6858000"/>
              <a:gd name="connsiteX130" fmla="*/ 4217357 w 4272784"/>
              <a:gd name="connsiteY130" fmla="*/ 6448425 h 6858000"/>
              <a:gd name="connsiteX131" fmla="*/ 4198882 w 4272784"/>
              <a:gd name="connsiteY131" fmla="*/ 6488112 h 6858000"/>
              <a:gd name="connsiteX132" fmla="*/ 4180406 w 4272784"/>
              <a:gd name="connsiteY132" fmla="*/ 6523037 h 6858000"/>
              <a:gd name="connsiteX133" fmla="*/ 4160251 w 4272784"/>
              <a:gd name="connsiteY133" fmla="*/ 6561137 h 6858000"/>
              <a:gd name="connsiteX134" fmla="*/ 4140096 w 4272784"/>
              <a:gd name="connsiteY134" fmla="*/ 6597650 h 6858000"/>
              <a:gd name="connsiteX135" fmla="*/ 4123300 w 4272784"/>
              <a:gd name="connsiteY135" fmla="*/ 6640512 h 6858000"/>
              <a:gd name="connsiteX136" fmla="*/ 4106504 w 4272784"/>
              <a:gd name="connsiteY136" fmla="*/ 6683375 h 6858000"/>
              <a:gd name="connsiteX137" fmla="*/ 4096426 w 4272784"/>
              <a:gd name="connsiteY137" fmla="*/ 6735762 h 6858000"/>
              <a:gd name="connsiteX138" fmla="*/ 4088029 w 4272784"/>
              <a:gd name="connsiteY138" fmla="*/ 6791325 h 6858000"/>
              <a:gd name="connsiteX139" fmla="*/ 4082989 w 4272784"/>
              <a:gd name="connsiteY139" fmla="*/ 6858000 h 6858000"/>
              <a:gd name="connsiteX140" fmla="*/ 0 w 427278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272784" h="6858000">
                <a:moveTo>
                  <a:pt x="0" y="0"/>
                </a:moveTo>
                <a:lnTo>
                  <a:pt x="4082989" y="0"/>
                </a:lnTo>
                <a:lnTo>
                  <a:pt x="4088029" y="66675"/>
                </a:lnTo>
                <a:lnTo>
                  <a:pt x="4096426" y="122237"/>
                </a:lnTo>
                <a:lnTo>
                  <a:pt x="4106504" y="174625"/>
                </a:lnTo>
                <a:lnTo>
                  <a:pt x="4123300" y="217487"/>
                </a:lnTo>
                <a:lnTo>
                  <a:pt x="4140096" y="260350"/>
                </a:lnTo>
                <a:lnTo>
                  <a:pt x="4160251" y="296862"/>
                </a:lnTo>
                <a:lnTo>
                  <a:pt x="4180406" y="334962"/>
                </a:lnTo>
                <a:lnTo>
                  <a:pt x="4198882" y="369887"/>
                </a:lnTo>
                <a:lnTo>
                  <a:pt x="4217357" y="409575"/>
                </a:lnTo>
                <a:lnTo>
                  <a:pt x="4234153" y="450850"/>
                </a:lnTo>
                <a:lnTo>
                  <a:pt x="4249270" y="496887"/>
                </a:lnTo>
                <a:lnTo>
                  <a:pt x="4261027" y="546100"/>
                </a:lnTo>
                <a:lnTo>
                  <a:pt x="4269425" y="606425"/>
                </a:lnTo>
                <a:lnTo>
                  <a:pt x="4272784" y="673100"/>
                </a:lnTo>
                <a:lnTo>
                  <a:pt x="4269425" y="744537"/>
                </a:lnTo>
                <a:lnTo>
                  <a:pt x="4261027" y="801687"/>
                </a:lnTo>
                <a:lnTo>
                  <a:pt x="4249270" y="854075"/>
                </a:lnTo>
                <a:lnTo>
                  <a:pt x="4234153" y="901700"/>
                </a:lnTo>
                <a:lnTo>
                  <a:pt x="4217357" y="942975"/>
                </a:lnTo>
                <a:lnTo>
                  <a:pt x="4197202" y="981075"/>
                </a:lnTo>
                <a:lnTo>
                  <a:pt x="4177047" y="1017587"/>
                </a:lnTo>
                <a:lnTo>
                  <a:pt x="4156892" y="1055687"/>
                </a:lnTo>
                <a:lnTo>
                  <a:pt x="4138416" y="1095375"/>
                </a:lnTo>
                <a:lnTo>
                  <a:pt x="4119940" y="1136650"/>
                </a:lnTo>
                <a:lnTo>
                  <a:pt x="4104825" y="1182687"/>
                </a:lnTo>
                <a:lnTo>
                  <a:pt x="4094747" y="1235075"/>
                </a:lnTo>
                <a:lnTo>
                  <a:pt x="4084669" y="1295400"/>
                </a:lnTo>
                <a:lnTo>
                  <a:pt x="4082989" y="1363662"/>
                </a:lnTo>
                <a:lnTo>
                  <a:pt x="4084669" y="1431925"/>
                </a:lnTo>
                <a:lnTo>
                  <a:pt x="4094747" y="1492250"/>
                </a:lnTo>
                <a:lnTo>
                  <a:pt x="4104825" y="1544637"/>
                </a:lnTo>
                <a:lnTo>
                  <a:pt x="4119940" y="1589087"/>
                </a:lnTo>
                <a:lnTo>
                  <a:pt x="4138416" y="1631950"/>
                </a:lnTo>
                <a:lnTo>
                  <a:pt x="4156892" y="1671637"/>
                </a:lnTo>
                <a:lnTo>
                  <a:pt x="4177047" y="1708150"/>
                </a:lnTo>
                <a:lnTo>
                  <a:pt x="4197202" y="1743075"/>
                </a:lnTo>
                <a:lnTo>
                  <a:pt x="4217357" y="1782762"/>
                </a:lnTo>
                <a:lnTo>
                  <a:pt x="4234153" y="1824037"/>
                </a:lnTo>
                <a:lnTo>
                  <a:pt x="4249270" y="1870075"/>
                </a:lnTo>
                <a:lnTo>
                  <a:pt x="4261027" y="1922462"/>
                </a:lnTo>
                <a:lnTo>
                  <a:pt x="4269425" y="1982787"/>
                </a:lnTo>
                <a:lnTo>
                  <a:pt x="4272784" y="2051050"/>
                </a:lnTo>
                <a:lnTo>
                  <a:pt x="4269425" y="2119312"/>
                </a:lnTo>
                <a:lnTo>
                  <a:pt x="4261027" y="2179637"/>
                </a:lnTo>
                <a:lnTo>
                  <a:pt x="4249270" y="2232025"/>
                </a:lnTo>
                <a:lnTo>
                  <a:pt x="4234153" y="2278062"/>
                </a:lnTo>
                <a:lnTo>
                  <a:pt x="4217357" y="2319337"/>
                </a:lnTo>
                <a:lnTo>
                  <a:pt x="4197202" y="2359025"/>
                </a:lnTo>
                <a:lnTo>
                  <a:pt x="4177047" y="2395537"/>
                </a:lnTo>
                <a:lnTo>
                  <a:pt x="4156892" y="2433637"/>
                </a:lnTo>
                <a:lnTo>
                  <a:pt x="4138416" y="2471737"/>
                </a:lnTo>
                <a:lnTo>
                  <a:pt x="4119940" y="2513012"/>
                </a:lnTo>
                <a:lnTo>
                  <a:pt x="4104825" y="2560637"/>
                </a:lnTo>
                <a:lnTo>
                  <a:pt x="4094747" y="2613025"/>
                </a:lnTo>
                <a:lnTo>
                  <a:pt x="4084669" y="2671762"/>
                </a:lnTo>
                <a:lnTo>
                  <a:pt x="4082989" y="2741612"/>
                </a:lnTo>
                <a:lnTo>
                  <a:pt x="4084669" y="2809875"/>
                </a:lnTo>
                <a:lnTo>
                  <a:pt x="4094747" y="2868612"/>
                </a:lnTo>
                <a:lnTo>
                  <a:pt x="4104825" y="2922587"/>
                </a:lnTo>
                <a:lnTo>
                  <a:pt x="4119940" y="2967037"/>
                </a:lnTo>
                <a:lnTo>
                  <a:pt x="4138416" y="3009900"/>
                </a:lnTo>
                <a:lnTo>
                  <a:pt x="4156892" y="3046412"/>
                </a:lnTo>
                <a:lnTo>
                  <a:pt x="4177047" y="3084512"/>
                </a:lnTo>
                <a:lnTo>
                  <a:pt x="4197202" y="3121025"/>
                </a:lnTo>
                <a:lnTo>
                  <a:pt x="4217357" y="3160712"/>
                </a:lnTo>
                <a:lnTo>
                  <a:pt x="4234153" y="3201987"/>
                </a:lnTo>
                <a:lnTo>
                  <a:pt x="4249270" y="3248025"/>
                </a:lnTo>
                <a:lnTo>
                  <a:pt x="4261027" y="3300412"/>
                </a:lnTo>
                <a:lnTo>
                  <a:pt x="4269425" y="3360737"/>
                </a:lnTo>
                <a:lnTo>
                  <a:pt x="4272784" y="3427412"/>
                </a:lnTo>
                <a:lnTo>
                  <a:pt x="4269425" y="3497262"/>
                </a:lnTo>
                <a:lnTo>
                  <a:pt x="4261027" y="3557587"/>
                </a:lnTo>
                <a:lnTo>
                  <a:pt x="4249270" y="3609975"/>
                </a:lnTo>
                <a:lnTo>
                  <a:pt x="4234153" y="3656012"/>
                </a:lnTo>
                <a:lnTo>
                  <a:pt x="4217357" y="3697287"/>
                </a:lnTo>
                <a:lnTo>
                  <a:pt x="4197202" y="3736975"/>
                </a:lnTo>
                <a:lnTo>
                  <a:pt x="4156892" y="3811587"/>
                </a:lnTo>
                <a:lnTo>
                  <a:pt x="4138416" y="3848100"/>
                </a:lnTo>
                <a:lnTo>
                  <a:pt x="4119940" y="3890962"/>
                </a:lnTo>
                <a:lnTo>
                  <a:pt x="4104825" y="3935412"/>
                </a:lnTo>
                <a:lnTo>
                  <a:pt x="4094747" y="3987800"/>
                </a:lnTo>
                <a:lnTo>
                  <a:pt x="4084669" y="4048125"/>
                </a:lnTo>
                <a:lnTo>
                  <a:pt x="4082989" y="4116387"/>
                </a:lnTo>
                <a:lnTo>
                  <a:pt x="4084669" y="4186237"/>
                </a:lnTo>
                <a:lnTo>
                  <a:pt x="4094747" y="4244975"/>
                </a:lnTo>
                <a:lnTo>
                  <a:pt x="4104825" y="4297362"/>
                </a:lnTo>
                <a:lnTo>
                  <a:pt x="4119940" y="4343400"/>
                </a:lnTo>
                <a:lnTo>
                  <a:pt x="4138416" y="4386262"/>
                </a:lnTo>
                <a:lnTo>
                  <a:pt x="4156892" y="4424362"/>
                </a:lnTo>
                <a:lnTo>
                  <a:pt x="4197202" y="4498975"/>
                </a:lnTo>
                <a:lnTo>
                  <a:pt x="4217357" y="4537075"/>
                </a:lnTo>
                <a:lnTo>
                  <a:pt x="4234153" y="4579937"/>
                </a:lnTo>
                <a:lnTo>
                  <a:pt x="4249270" y="4625975"/>
                </a:lnTo>
                <a:lnTo>
                  <a:pt x="4261027" y="4678362"/>
                </a:lnTo>
                <a:lnTo>
                  <a:pt x="4269425" y="4738687"/>
                </a:lnTo>
                <a:lnTo>
                  <a:pt x="4272784" y="4806950"/>
                </a:lnTo>
                <a:lnTo>
                  <a:pt x="4269425" y="4875212"/>
                </a:lnTo>
                <a:lnTo>
                  <a:pt x="4261027" y="4935537"/>
                </a:lnTo>
                <a:lnTo>
                  <a:pt x="4249270" y="4987925"/>
                </a:lnTo>
                <a:lnTo>
                  <a:pt x="4234153" y="5033962"/>
                </a:lnTo>
                <a:lnTo>
                  <a:pt x="4217357" y="5075237"/>
                </a:lnTo>
                <a:lnTo>
                  <a:pt x="4197202" y="5114925"/>
                </a:lnTo>
                <a:lnTo>
                  <a:pt x="4177047" y="5149850"/>
                </a:lnTo>
                <a:lnTo>
                  <a:pt x="4156892" y="5186362"/>
                </a:lnTo>
                <a:lnTo>
                  <a:pt x="4138416" y="5226050"/>
                </a:lnTo>
                <a:lnTo>
                  <a:pt x="4119940" y="5268912"/>
                </a:lnTo>
                <a:lnTo>
                  <a:pt x="4104825" y="5313362"/>
                </a:lnTo>
                <a:lnTo>
                  <a:pt x="4094747" y="5365750"/>
                </a:lnTo>
                <a:lnTo>
                  <a:pt x="4084669" y="5426075"/>
                </a:lnTo>
                <a:lnTo>
                  <a:pt x="4082989" y="5494337"/>
                </a:lnTo>
                <a:lnTo>
                  <a:pt x="4084669" y="5562600"/>
                </a:lnTo>
                <a:lnTo>
                  <a:pt x="4094747" y="5622925"/>
                </a:lnTo>
                <a:lnTo>
                  <a:pt x="4104825" y="5675312"/>
                </a:lnTo>
                <a:lnTo>
                  <a:pt x="4119940" y="5721350"/>
                </a:lnTo>
                <a:lnTo>
                  <a:pt x="4138416" y="5762625"/>
                </a:lnTo>
                <a:lnTo>
                  <a:pt x="4156892" y="5802312"/>
                </a:lnTo>
                <a:lnTo>
                  <a:pt x="4177047" y="5840412"/>
                </a:lnTo>
                <a:lnTo>
                  <a:pt x="4197202" y="5876925"/>
                </a:lnTo>
                <a:lnTo>
                  <a:pt x="4217357" y="5915025"/>
                </a:lnTo>
                <a:lnTo>
                  <a:pt x="4234153" y="5956300"/>
                </a:lnTo>
                <a:lnTo>
                  <a:pt x="4249270" y="6003925"/>
                </a:lnTo>
                <a:lnTo>
                  <a:pt x="4261027" y="6056312"/>
                </a:lnTo>
                <a:lnTo>
                  <a:pt x="4269425" y="6113462"/>
                </a:lnTo>
                <a:lnTo>
                  <a:pt x="4272784" y="6183312"/>
                </a:lnTo>
                <a:lnTo>
                  <a:pt x="4269425" y="6251575"/>
                </a:lnTo>
                <a:lnTo>
                  <a:pt x="4261027" y="6311900"/>
                </a:lnTo>
                <a:lnTo>
                  <a:pt x="4249270" y="6361112"/>
                </a:lnTo>
                <a:lnTo>
                  <a:pt x="4234153" y="6407150"/>
                </a:lnTo>
                <a:lnTo>
                  <a:pt x="4217357" y="6448425"/>
                </a:lnTo>
                <a:lnTo>
                  <a:pt x="4198882" y="6488112"/>
                </a:lnTo>
                <a:lnTo>
                  <a:pt x="4180406" y="6523037"/>
                </a:lnTo>
                <a:lnTo>
                  <a:pt x="4160251" y="6561137"/>
                </a:lnTo>
                <a:lnTo>
                  <a:pt x="4140096" y="6597650"/>
                </a:lnTo>
                <a:lnTo>
                  <a:pt x="4123300" y="6640512"/>
                </a:lnTo>
                <a:lnTo>
                  <a:pt x="4106504" y="6683375"/>
                </a:lnTo>
                <a:lnTo>
                  <a:pt x="4096426" y="6735762"/>
                </a:lnTo>
                <a:lnTo>
                  <a:pt x="4088029" y="6791325"/>
                </a:lnTo>
                <a:lnTo>
                  <a:pt x="4082989" y="6858000"/>
                </a:lnTo>
                <a:lnTo>
                  <a:pt x="0" y="6858000"/>
                </a:lnTo>
                <a:close/>
              </a:path>
            </a:pathLst>
          </a:custGeom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09E572F-9CDC-4214-9D42-FF0017649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17162" cy="6858000"/>
          </a:xfrm>
          <a:custGeom>
            <a:avLst/>
            <a:gdLst>
              <a:gd name="connsiteX0" fmla="*/ 4417162 w 4417162"/>
              <a:gd name="connsiteY0" fmla="*/ 0 h 6858000"/>
              <a:gd name="connsiteX1" fmla="*/ 334174 w 4417162"/>
              <a:gd name="connsiteY1" fmla="*/ 0 h 6858000"/>
              <a:gd name="connsiteX2" fmla="*/ 334173 w 4417162"/>
              <a:gd name="connsiteY2" fmla="*/ 0 h 6858000"/>
              <a:gd name="connsiteX3" fmla="*/ 189795 w 4417162"/>
              <a:gd name="connsiteY3" fmla="*/ 0 h 6858000"/>
              <a:gd name="connsiteX4" fmla="*/ 184756 w 4417162"/>
              <a:gd name="connsiteY4" fmla="*/ 66675 h 6858000"/>
              <a:gd name="connsiteX5" fmla="*/ 176358 w 4417162"/>
              <a:gd name="connsiteY5" fmla="*/ 122237 h 6858000"/>
              <a:gd name="connsiteX6" fmla="*/ 166281 w 4417162"/>
              <a:gd name="connsiteY6" fmla="*/ 174625 h 6858000"/>
              <a:gd name="connsiteX7" fmla="*/ 149485 w 4417162"/>
              <a:gd name="connsiteY7" fmla="*/ 217487 h 6858000"/>
              <a:gd name="connsiteX8" fmla="*/ 132689 w 4417162"/>
              <a:gd name="connsiteY8" fmla="*/ 260350 h 6858000"/>
              <a:gd name="connsiteX9" fmla="*/ 112534 w 4417162"/>
              <a:gd name="connsiteY9" fmla="*/ 296862 h 6858000"/>
              <a:gd name="connsiteX10" fmla="*/ 92379 w 4417162"/>
              <a:gd name="connsiteY10" fmla="*/ 334962 h 6858000"/>
              <a:gd name="connsiteX11" fmla="*/ 73903 w 4417162"/>
              <a:gd name="connsiteY11" fmla="*/ 369887 h 6858000"/>
              <a:gd name="connsiteX12" fmla="*/ 55427 w 4417162"/>
              <a:gd name="connsiteY12" fmla="*/ 409575 h 6858000"/>
              <a:gd name="connsiteX13" fmla="*/ 38632 w 4417162"/>
              <a:gd name="connsiteY13" fmla="*/ 450850 h 6858000"/>
              <a:gd name="connsiteX14" fmla="*/ 23515 w 4417162"/>
              <a:gd name="connsiteY14" fmla="*/ 496887 h 6858000"/>
              <a:gd name="connsiteX15" fmla="*/ 11758 w 4417162"/>
              <a:gd name="connsiteY15" fmla="*/ 546100 h 6858000"/>
              <a:gd name="connsiteX16" fmla="*/ 3359 w 4417162"/>
              <a:gd name="connsiteY16" fmla="*/ 606425 h 6858000"/>
              <a:gd name="connsiteX17" fmla="*/ 0 w 4417162"/>
              <a:gd name="connsiteY17" fmla="*/ 673100 h 6858000"/>
              <a:gd name="connsiteX18" fmla="*/ 3359 w 4417162"/>
              <a:gd name="connsiteY18" fmla="*/ 744537 h 6858000"/>
              <a:gd name="connsiteX19" fmla="*/ 11758 w 4417162"/>
              <a:gd name="connsiteY19" fmla="*/ 801687 h 6858000"/>
              <a:gd name="connsiteX20" fmla="*/ 23515 w 4417162"/>
              <a:gd name="connsiteY20" fmla="*/ 854075 h 6858000"/>
              <a:gd name="connsiteX21" fmla="*/ 38632 w 4417162"/>
              <a:gd name="connsiteY21" fmla="*/ 901700 h 6858000"/>
              <a:gd name="connsiteX22" fmla="*/ 55427 w 4417162"/>
              <a:gd name="connsiteY22" fmla="*/ 942975 h 6858000"/>
              <a:gd name="connsiteX23" fmla="*/ 75583 w 4417162"/>
              <a:gd name="connsiteY23" fmla="*/ 981075 h 6858000"/>
              <a:gd name="connsiteX24" fmla="*/ 95738 w 4417162"/>
              <a:gd name="connsiteY24" fmla="*/ 1017587 h 6858000"/>
              <a:gd name="connsiteX25" fmla="*/ 115893 w 4417162"/>
              <a:gd name="connsiteY25" fmla="*/ 1055687 h 6858000"/>
              <a:gd name="connsiteX26" fmla="*/ 134368 w 4417162"/>
              <a:gd name="connsiteY26" fmla="*/ 1095375 h 6858000"/>
              <a:gd name="connsiteX27" fmla="*/ 152844 w 4417162"/>
              <a:gd name="connsiteY27" fmla="*/ 1136650 h 6858000"/>
              <a:gd name="connsiteX28" fmla="*/ 167960 w 4417162"/>
              <a:gd name="connsiteY28" fmla="*/ 1182687 h 6858000"/>
              <a:gd name="connsiteX29" fmla="*/ 178038 w 4417162"/>
              <a:gd name="connsiteY29" fmla="*/ 1235075 h 6858000"/>
              <a:gd name="connsiteX30" fmla="*/ 188115 w 4417162"/>
              <a:gd name="connsiteY30" fmla="*/ 1295400 h 6858000"/>
              <a:gd name="connsiteX31" fmla="*/ 189795 w 4417162"/>
              <a:gd name="connsiteY31" fmla="*/ 1363662 h 6858000"/>
              <a:gd name="connsiteX32" fmla="*/ 188115 w 4417162"/>
              <a:gd name="connsiteY32" fmla="*/ 1431925 h 6858000"/>
              <a:gd name="connsiteX33" fmla="*/ 178038 w 4417162"/>
              <a:gd name="connsiteY33" fmla="*/ 1492250 h 6858000"/>
              <a:gd name="connsiteX34" fmla="*/ 167960 w 4417162"/>
              <a:gd name="connsiteY34" fmla="*/ 1544637 h 6858000"/>
              <a:gd name="connsiteX35" fmla="*/ 152844 w 4417162"/>
              <a:gd name="connsiteY35" fmla="*/ 1589087 h 6858000"/>
              <a:gd name="connsiteX36" fmla="*/ 134368 w 4417162"/>
              <a:gd name="connsiteY36" fmla="*/ 1631950 h 6858000"/>
              <a:gd name="connsiteX37" fmla="*/ 115893 w 4417162"/>
              <a:gd name="connsiteY37" fmla="*/ 1671637 h 6858000"/>
              <a:gd name="connsiteX38" fmla="*/ 95738 w 4417162"/>
              <a:gd name="connsiteY38" fmla="*/ 1708150 h 6858000"/>
              <a:gd name="connsiteX39" fmla="*/ 75583 w 4417162"/>
              <a:gd name="connsiteY39" fmla="*/ 1743075 h 6858000"/>
              <a:gd name="connsiteX40" fmla="*/ 55427 w 4417162"/>
              <a:gd name="connsiteY40" fmla="*/ 1782762 h 6858000"/>
              <a:gd name="connsiteX41" fmla="*/ 38632 w 4417162"/>
              <a:gd name="connsiteY41" fmla="*/ 1824037 h 6858000"/>
              <a:gd name="connsiteX42" fmla="*/ 23515 w 4417162"/>
              <a:gd name="connsiteY42" fmla="*/ 1870075 h 6858000"/>
              <a:gd name="connsiteX43" fmla="*/ 11758 w 4417162"/>
              <a:gd name="connsiteY43" fmla="*/ 1922462 h 6858000"/>
              <a:gd name="connsiteX44" fmla="*/ 3359 w 4417162"/>
              <a:gd name="connsiteY44" fmla="*/ 1982787 h 6858000"/>
              <a:gd name="connsiteX45" fmla="*/ 0 w 4417162"/>
              <a:gd name="connsiteY45" fmla="*/ 2051050 h 6858000"/>
              <a:gd name="connsiteX46" fmla="*/ 3359 w 4417162"/>
              <a:gd name="connsiteY46" fmla="*/ 2119312 h 6858000"/>
              <a:gd name="connsiteX47" fmla="*/ 11758 w 4417162"/>
              <a:gd name="connsiteY47" fmla="*/ 2179637 h 6858000"/>
              <a:gd name="connsiteX48" fmla="*/ 23515 w 4417162"/>
              <a:gd name="connsiteY48" fmla="*/ 2232025 h 6858000"/>
              <a:gd name="connsiteX49" fmla="*/ 38632 w 4417162"/>
              <a:gd name="connsiteY49" fmla="*/ 2278062 h 6858000"/>
              <a:gd name="connsiteX50" fmla="*/ 55427 w 4417162"/>
              <a:gd name="connsiteY50" fmla="*/ 2319337 h 6858000"/>
              <a:gd name="connsiteX51" fmla="*/ 75583 w 4417162"/>
              <a:gd name="connsiteY51" fmla="*/ 2359025 h 6858000"/>
              <a:gd name="connsiteX52" fmla="*/ 95738 w 4417162"/>
              <a:gd name="connsiteY52" fmla="*/ 2395537 h 6858000"/>
              <a:gd name="connsiteX53" fmla="*/ 115893 w 4417162"/>
              <a:gd name="connsiteY53" fmla="*/ 2433637 h 6858000"/>
              <a:gd name="connsiteX54" fmla="*/ 134368 w 4417162"/>
              <a:gd name="connsiteY54" fmla="*/ 2471737 h 6858000"/>
              <a:gd name="connsiteX55" fmla="*/ 152844 w 4417162"/>
              <a:gd name="connsiteY55" fmla="*/ 2513012 h 6858000"/>
              <a:gd name="connsiteX56" fmla="*/ 167960 w 4417162"/>
              <a:gd name="connsiteY56" fmla="*/ 2560637 h 6858000"/>
              <a:gd name="connsiteX57" fmla="*/ 178038 w 4417162"/>
              <a:gd name="connsiteY57" fmla="*/ 2613025 h 6858000"/>
              <a:gd name="connsiteX58" fmla="*/ 188115 w 4417162"/>
              <a:gd name="connsiteY58" fmla="*/ 2671762 h 6858000"/>
              <a:gd name="connsiteX59" fmla="*/ 189795 w 4417162"/>
              <a:gd name="connsiteY59" fmla="*/ 2741612 h 6858000"/>
              <a:gd name="connsiteX60" fmla="*/ 188115 w 4417162"/>
              <a:gd name="connsiteY60" fmla="*/ 2809875 h 6858000"/>
              <a:gd name="connsiteX61" fmla="*/ 178038 w 4417162"/>
              <a:gd name="connsiteY61" fmla="*/ 2868612 h 6858000"/>
              <a:gd name="connsiteX62" fmla="*/ 167960 w 4417162"/>
              <a:gd name="connsiteY62" fmla="*/ 2922587 h 6858000"/>
              <a:gd name="connsiteX63" fmla="*/ 152844 w 4417162"/>
              <a:gd name="connsiteY63" fmla="*/ 2967037 h 6858000"/>
              <a:gd name="connsiteX64" fmla="*/ 134368 w 4417162"/>
              <a:gd name="connsiteY64" fmla="*/ 3009900 h 6858000"/>
              <a:gd name="connsiteX65" fmla="*/ 115893 w 4417162"/>
              <a:gd name="connsiteY65" fmla="*/ 3046412 h 6858000"/>
              <a:gd name="connsiteX66" fmla="*/ 95738 w 4417162"/>
              <a:gd name="connsiteY66" fmla="*/ 3084512 h 6858000"/>
              <a:gd name="connsiteX67" fmla="*/ 75583 w 4417162"/>
              <a:gd name="connsiteY67" fmla="*/ 3121025 h 6858000"/>
              <a:gd name="connsiteX68" fmla="*/ 55427 w 4417162"/>
              <a:gd name="connsiteY68" fmla="*/ 3160712 h 6858000"/>
              <a:gd name="connsiteX69" fmla="*/ 38632 w 4417162"/>
              <a:gd name="connsiteY69" fmla="*/ 3201987 h 6858000"/>
              <a:gd name="connsiteX70" fmla="*/ 23515 w 4417162"/>
              <a:gd name="connsiteY70" fmla="*/ 3248025 h 6858000"/>
              <a:gd name="connsiteX71" fmla="*/ 11758 w 4417162"/>
              <a:gd name="connsiteY71" fmla="*/ 3300412 h 6858000"/>
              <a:gd name="connsiteX72" fmla="*/ 3359 w 4417162"/>
              <a:gd name="connsiteY72" fmla="*/ 3360737 h 6858000"/>
              <a:gd name="connsiteX73" fmla="*/ 0 w 4417162"/>
              <a:gd name="connsiteY73" fmla="*/ 3427412 h 6858000"/>
              <a:gd name="connsiteX74" fmla="*/ 3359 w 4417162"/>
              <a:gd name="connsiteY74" fmla="*/ 3497262 h 6858000"/>
              <a:gd name="connsiteX75" fmla="*/ 11758 w 4417162"/>
              <a:gd name="connsiteY75" fmla="*/ 3557587 h 6858000"/>
              <a:gd name="connsiteX76" fmla="*/ 23515 w 4417162"/>
              <a:gd name="connsiteY76" fmla="*/ 3609975 h 6858000"/>
              <a:gd name="connsiteX77" fmla="*/ 38632 w 4417162"/>
              <a:gd name="connsiteY77" fmla="*/ 3656012 h 6858000"/>
              <a:gd name="connsiteX78" fmla="*/ 55427 w 4417162"/>
              <a:gd name="connsiteY78" fmla="*/ 3697287 h 6858000"/>
              <a:gd name="connsiteX79" fmla="*/ 75583 w 4417162"/>
              <a:gd name="connsiteY79" fmla="*/ 3736975 h 6858000"/>
              <a:gd name="connsiteX80" fmla="*/ 115893 w 4417162"/>
              <a:gd name="connsiteY80" fmla="*/ 3811587 h 6858000"/>
              <a:gd name="connsiteX81" fmla="*/ 134368 w 4417162"/>
              <a:gd name="connsiteY81" fmla="*/ 3848100 h 6858000"/>
              <a:gd name="connsiteX82" fmla="*/ 152844 w 4417162"/>
              <a:gd name="connsiteY82" fmla="*/ 3890962 h 6858000"/>
              <a:gd name="connsiteX83" fmla="*/ 167960 w 4417162"/>
              <a:gd name="connsiteY83" fmla="*/ 3935412 h 6858000"/>
              <a:gd name="connsiteX84" fmla="*/ 178038 w 4417162"/>
              <a:gd name="connsiteY84" fmla="*/ 3987800 h 6858000"/>
              <a:gd name="connsiteX85" fmla="*/ 188115 w 4417162"/>
              <a:gd name="connsiteY85" fmla="*/ 4048125 h 6858000"/>
              <a:gd name="connsiteX86" fmla="*/ 189795 w 4417162"/>
              <a:gd name="connsiteY86" fmla="*/ 4116387 h 6858000"/>
              <a:gd name="connsiteX87" fmla="*/ 188115 w 4417162"/>
              <a:gd name="connsiteY87" fmla="*/ 4186237 h 6858000"/>
              <a:gd name="connsiteX88" fmla="*/ 178038 w 4417162"/>
              <a:gd name="connsiteY88" fmla="*/ 4244975 h 6858000"/>
              <a:gd name="connsiteX89" fmla="*/ 167960 w 4417162"/>
              <a:gd name="connsiteY89" fmla="*/ 4297362 h 6858000"/>
              <a:gd name="connsiteX90" fmla="*/ 152844 w 4417162"/>
              <a:gd name="connsiteY90" fmla="*/ 4343400 h 6858000"/>
              <a:gd name="connsiteX91" fmla="*/ 134368 w 4417162"/>
              <a:gd name="connsiteY91" fmla="*/ 4386262 h 6858000"/>
              <a:gd name="connsiteX92" fmla="*/ 115893 w 4417162"/>
              <a:gd name="connsiteY92" fmla="*/ 4424362 h 6858000"/>
              <a:gd name="connsiteX93" fmla="*/ 75583 w 4417162"/>
              <a:gd name="connsiteY93" fmla="*/ 4498975 h 6858000"/>
              <a:gd name="connsiteX94" fmla="*/ 55427 w 4417162"/>
              <a:gd name="connsiteY94" fmla="*/ 4537075 h 6858000"/>
              <a:gd name="connsiteX95" fmla="*/ 38632 w 4417162"/>
              <a:gd name="connsiteY95" fmla="*/ 4579937 h 6858000"/>
              <a:gd name="connsiteX96" fmla="*/ 23515 w 4417162"/>
              <a:gd name="connsiteY96" fmla="*/ 4625975 h 6858000"/>
              <a:gd name="connsiteX97" fmla="*/ 11758 w 4417162"/>
              <a:gd name="connsiteY97" fmla="*/ 4678362 h 6858000"/>
              <a:gd name="connsiteX98" fmla="*/ 3359 w 4417162"/>
              <a:gd name="connsiteY98" fmla="*/ 4738687 h 6858000"/>
              <a:gd name="connsiteX99" fmla="*/ 0 w 4417162"/>
              <a:gd name="connsiteY99" fmla="*/ 4806950 h 6858000"/>
              <a:gd name="connsiteX100" fmla="*/ 3359 w 4417162"/>
              <a:gd name="connsiteY100" fmla="*/ 4875212 h 6858000"/>
              <a:gd name="connsiteX101" fmla="*/ 11758 w 4417162"/>
              <a:gd name="connsiteY101" fmla="*/ 4935537 h 6858000"/>
              <a:gd name="connsiteX102" fmla="*/ 23515 w 4417162"/>
              <a:gd name="connsiteY102" fmla="*/ 4987925 h 6858000"/>
              <a:gd name="connsiteX103" fmla="*/ 38632 w 4417162"/>
              <a:gd name="connsiteY103" fmla="*/ 5033962 h 6858000"/>
              <a:gd name="connsiteX104" fmla="*/ 55427 w 4417162"/>
              <a:gd name="connsiteY104" fmla="*/ 5075237 h 6858000"/>
              <a:gd name="connsiteX105" fmla="*/ 75583 w 4417162"/>
              <a:gd name="connsiteY105" fmla="*/ 5114925 h 6858000"/>
              <a:gd name="connsiteX106" fmla="*/ 95738 w 4417162"/>
              <a:gd name="connsiteY106" fmla="*/ 5149850 h 6858000"/>
              <a:gd name="connsiteX107" fmla="*/ 115893 w 4417162"/>
              <a:gd name="connsiteY107" fmla="*/ 5186362 h 6858000"/>
              <a:gd name="connsiteX108" fmla="*/ 134368 w 4417162"/>
              <a:gd name="connsiteY108" fmla="*/ 5226050 h 6858000"/>
              <a:gd name="connsiteX109" fmla="*/ 152844 w 4417162"/>
              <a:gd name="connsiteY109" fmla="*/ 5268912 h 6858000"/>
              <a:gd name="connsiteX110" fmla="*/ 167960 w 4417162"/>
              <a:gd name="connsiteY110" fmla="*/ 5313362 h 6858000"/>
              <a:gd name="connsiteX111" fmla="*/ 178038 w 4417162"/>
              <a:gd name="connsiteY111" fmla="*/ 5365750 h 6858000"/>
              <a:gd name="connsiteX112" fmla="*/ 188115 w 4417162"/>
              <a:gd name="connsiteY112" fmla="*/ 5426075 h 6858000"/>
              <a:gd name="connsiteX113" fmla="*/ 189795 w 4417162"/>
              <a:gd name="connsiteY113" fmla="*/ 5494337 h 6858000"/>
              <a:gd name="connsiteX114" fmla="*/ 188115 w 4417162"/>
              <a:gd name="connsiteY114" fmla="*/ 5562600 h 6858000"/>
              <a:gd name="connsiteX115" fmla="*/ 178038 w 4417162"/>
              <a:gd name="connsiteY115" fmla="*/ 5622925 h 6858000"/>
              <a:gd name="connsiteX116" fmla="*/ 167960 w 4417162"/>
              <a:gd name="connsiteY116" fmla="*/ 5675312 h 6858000"/>
              <a:gd name="connsiteX117" fmla="*/ 152844 w 4417162"/>
              <a:gd name="connsiteY117" fmla="*/ 5721350 h 6858000"/>
              <a:gd name="connsiteX118" fmla="*/ 134368 w 4417162"/>
              <a:gd name="connsiteY118" fmla="*/ 5762625 h 6858000"/>
              <a:gd name="connsiteX119" fmla="*/ 115893 w 4417162"/>
              <a:gd name="connsiteY119" fmla="*/ 5802312 h 6858000"/>
              <a:gd name="connsiteX120" fmla="*/ 95738 w 4417162"/>
              <a:gd name="connsiteY120" fmla="*/ 5840412 h 6858000"/>
              <a:gd name="connsiteX121" fmla="*/ 75583 w 4417162"/>
              <a:gd name="connsiteY121" fmla="*/ 5876925 h 6858000"/>
              <a:gd name="connsiteX122" fmla="*/ 55427 w 4417162"/>
              <a:gd name="connsiteY122" fmla="*/ 5915025 h 6858000"/>
              <a:gd name="connsiteX123" fmla="*/ 38632 w 4417162"/>
              <a:gd name="connsiteY123" fmla="*/ 5956300 h 6858000"/>
              <a:gd name="connsiteX124" fmla="*/ 23515 w 4417162"/>
              <a:gd name="connsiteY124" fmla="*/ 6003925 h 6858000"/>
              <a:gd name="connsiteX125" fmla="*/ 11758 w 4417162"/>
              <a:gd name="connsiteY125" fmla="*/ 6056312 h 6858000"/>
              <a:gd name="connsiteX126" fmla="*/ 3359 w 4417162"/>
              <a:gd name="connsiteY126" fmla="*/ 6113462 h 6858000"/>
              <a:gd name="connsiteX127" fmla="*/ 0 w 4417162"/>
              <a:gd name="connsiteY127" fmla="*/ 6183312 h 6858000"/>
              <a:gd name="connsiteX128" fmla="*/ 3359 w 4417162"/>
              <a:gd name="connsiteY128" fmla="*/ 6251575 h 6858000"/>
              <a:gd name="connsiteX129" fmla="*/ 11758 w 4417162"/>
              <a:gd name="connsiteY129" fmla="*/ 6311900 h 6858000"/>
              <a:gd name="connsiteX130" fmla="*/ 23515 w 4417162"/>
              <a:gd name="connsiteY130" fmla="*/ 6361112 h 6858000"/>
              <a:gd name="connsiteX131" fmla="*/ 38632 w 4417162"/>
              <a:gd name="connsiteY131" fmla="*/ 6407150 h 6858000"/>
              <a:gd name="connsiteX132" fmla="*/ 55427 w 4417162"/>
              <a:gd name="connsiteY132" fmla="*/ 6448425 h 6858000"/>
              <a:gd name="connsiteX133" fmla="*/ 73903 w 4417162"/>
              <a:gd name="connsiteY133" fmla="*/ 6488112 h 6858000"/>
              <a:gd name="connsiteX134" fmla="*/ 92379 w 4417162"/>
              <a:gd name="connsiteY134" fmla="*/ 6523037 h 6858000"/>
              <a:gd name="connsiteX135" fmla="*/ 112534 w 4417162"/>
              <a:gd name="connsiteY135" fmla="*/ 6561137 h 6858000"/>
              <a:gd name="connsiteX136" fmla="*/ 132689 w 4417162"/>
              <a:gd name="connsiteY136" fmla="*/ 6597650 h 6858000"/>
              <a:gd name="connsiteX137" fmla="*/ 149485 w 4417162"/>
              <a:gd name="connsiteY137" fmla="*/ 6640512 h 6858000"/>
              <a:gd name="connsiteX138" fmla="*/ 166281 w 4417162"/>
              <a:gd name="connsiteY138" fmla="*/ 6683375 h 6858000"/>
              <a:gd name="connsiteX139" fmla="*/ 176358 w 4417162"/>
              <a:gd name="connsiteY139" fmla="*/ 6735762 h 6858000"/>
              <a:gd name="connsiteX140" fmla="*/ 184756 w 4417162"/>
              <a:gd name="connsiteY140" fmla="*/ 6791325 h 6858000"/>
              <a:gd name="connsiteX141" fmla="*/ 189795 w 4417162"/>
              <a:gd name="connsiteY141" fmla="*/ 6858000 h 6858000"/>
              <a:gd name="connsiteX142" fmla="*/ 334173 w 4417162"/>
              <a:gd name="connsiteY142" fmla="*/ 6858000 h 6858000"/>
              <a:gd name="connsiteX143" fmla="*/ 334174 w 4417162"/>
              <a:gd name="connsiteY143" fmla="*/ 6858000 h 6858000"/>
              <a:gd name="connsiteX144" fmla="*/ 4417162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4417162" y="0"/>
                </a:moveTo>
                <a:lnTo>
                  <a:pt x="334174" y="0"/>
                </a:lnTo>
                <a:lnTo>
                  <a:pt x="334173" y="0"/>
                </a:lnTo>
                <a:lnTo>
                  <a:pt x="189795" y="0"/>
                </a:lnTo>
                <a:lnTo>
                  <a:pt x="184756" y="66675"/>
                </a:lnTo>
                <a:lnTo>
                  <a:pt x="176358" y="122237"/>
                </a:lnTo>
                <a:lnTo>
                  <a:pt x="166281" y="174625"/>
                </a:lnTo>
                <a:lnTo>
                  <a:pt x="149485" y="217487"/>
                </a:lnTo>
                <a:lnTo>
                  <a:pt x="132689" y="260350"/>
                </a:lnTo>
                <a:lnTo>
                  <a:pt x="112534" y="296862"/>
                </a:lnTo>
                <a:lnTo>
                  <a:pt x="92379" y="334962"/>
                </a:lnTo>
                <a:lnTo>
                  <a:pt x="73903" y="369887"/>
                </a:lnTo>
                <a:lnTo>
                  <a:pt x="55427" y="409575"/>
                </a:lnTo>
                <a:lnTo>
                  <a:pt x="38632" y="450850"/>
                </a:lnTo>
                <a:lnTo>
                  <a:pt x="23515" y="496887"/>
                </a:lnTo>
                <a:lnTo>
                  <a:pt x="11758" y="546100"/>
                </a:lnTo>
                <a:lnTo>
                  <a:pt x="3359" y="606425"/>
                </a:lnTo>
                <a:lnTo>
                  <a:pt x="0" y="673100"/>
                </a:lnTo>
                <a:lnTo>
                  <a:pt x="3359" y="744537"/>
                </a:lnTo>
                <a:lnTo>
                  <a:pt x="11758" y="801687"/>
                </a:lnTo>
                <a:lnTo>
                  <a:pt x="23515" y="854075"/>
                </a:lnTo>
                <a:lnTo>
                  <a:pt x="38632" y="901700"/>
                </a:lnTo>
                <a:lnTo>
                  <a:pt x="55427" y="942975"/>
                </a:lnTo>
                <a:lnTo>
                  <a:pt x="75583" y="981075"/>
                </a:lnTo>
                <a:lnTo>
                  <a:pt x="95738" y="1017587"/>
                </a:lnTo>
                <a:lnTo>
                  <a:pt x="115893" y="1055687"/>
                </a:lnTo>
                <a:lnTo>
                  <a:pt x="134368" y="1095375"/>
                </a:lnTo>
                <a:lnTo>
                  <a:pt x="152844" y="1136650"/>
                </a:lnTo>
                <a:lnTo>
                  <a:pt x="167960" y="1182687"/>
                </a:lnTo>
                <a:lnTo>
                  <a:pt x="178038" y="1235075"/>
                </a:lnTo>
                <a:lnTo>
                  <a:pt x="188115" y="1295400"/>
                </a:lnTo>
                <a:lnTo>
                  <a:pt x="189795" y="1363662"/>
                </a:lnTo>
                <a:lnTo>
                  <a:pt x="188115" y="1431925"/>
                </a:lnTo>
                <a:lnTo>
                  <a:pt x="178038" y="1492250"/>
                </a:lnTo>
                <a:lnTo>
                  <a:pt x="167960" y="1544637"/>
                </a:lnTo>
                <a:lnTo>
                  <a:pt x="152844" y="1589087"/>
                </a:lnTo>
                <a:lnTo>
                  <a:pt x="134368" y="1631950"/>
                </a:lnTo>
                <a:lnTo>
                  <a:pt x="115893" y="1671637"/>
                </a:lnTo>
                <a:lnTo>
                  <a:pt x="95738" y="1708150"/>
                </a:lnTo>
                <a:lnTo>
                  <a:pt x="75583" y="1743075"/>
                </a:lnTo>
                <a:lnTo>
                  <a:pt x="55427" y="1782762"/>
                </a:lnTo>
                <a:lnTo>
                  <a:pt x="38632" y="1824037"/>
                </a:lnTo>
                <a:lnTo>
                  <a:pt x="23515" y="1870075"/>
                </a:lnTo>
                <a:lnTo>
                  <a:pt x="11758" y="1922462"/>
                </a:lnTo>
                <a:lnTo>
                  <a:pt x="3359" y="1982787"/>
                </a:lnTo>
                <a:lnTo>
                  <a:pt x="0" y="2051050"/>
                </a:lnTo>
                <a:lnTo>
                  <a:pt x="3359" y="2119312"/>
                </a:lnTo>
                <a:lnTo>
                  <a:pt x="11758" y="2179637"/>
                </a:lnTo>
                <a:lnTo>
                  <a:pt x="23515" y="2232025"/>
                </a:lnTo>
                <a:lnTo>
                  <a:pt x="38632" y="2278062"/>
                </a:lnTo>
                <a:lnTo>
                  <a:pt x="55427" y="2319337"/>
                </a:lnTo>
                <a:lnTo>
                  <a:pt x="75583" y="2359025"/>
                </a:lnTo>
                <a:lnTo>
                  <a:pt x="95738" y="2395537"/>
                </a:lnTo>
                <a:lnTo>
                  <a:pt x="115893" y="2433637"/>
                </a:lnTo>
                <a:lnTo>
                  <a:pt x="134368" y="2471737"/>
                </a:lnTo>
                <a:lnTo>
                  <a:pt x="152844" y="2513012"/>
                </a:lnTo>
                <a:lnTo>
                  <a:pt x="167960" y="2560637"/>
                </a:lnTo>
                <a:lnTo>
                  <a:pt x="178038" y="2613025"/>
                </a:lnTo>
                <a:lnTo>
                  <a:pt x="188115" y="2671762"/>
                </a:lnTo>
                <a:lnTo>
                  <a:pt x="189795" y="2741612"/>
                </a:lnTo>
                <a:lnTo>
                  <a:pt x="188115" y="2809875"/>
                </a:lnTo>
                <a:lnTo>
                  <a:pt x="178038" y="2868612"/>
                </a:lnTo>
                <a:lnTo>
                  <a:pt x="167960" y="2922587"/>
                </a:lnTo>
                <a:lnTo>
                  <a:pt x="152844" y="2967037"/>
                </a:lnTo>
                <a:lnTo>
                  <a:pt x="134368" y="3009900"/>
                </a:lnTo>
                <a:lnTo>
                  <a:pt x="115893" y="3046412"/>
                </a:lnTo>
                <a:lnTo>
                  <a:pt x="95738" y="3084512"/>
                </a:lnTo>
                <a:lnTo>
                  <a:pt x="75583" y="3121025"/>
                </a:lnTo>
                <a:lnTo>
                  <a:pt x="55427" y="3160712"/>
                </a:lnTo>
                <a:lnTo>
                  <a:pt x="38632" y="3201987"/>
                </a:lnTo>
                <a:lnTo>
                  <a:pt x="23515" y="3248025"/>
                </a:lnTo>
                <a:lnTo>
                  <a:pt x="11758" y="3300412"/>
                </a:lnTo>
                <a:lnTo>
                  <a:pt x="3359" y="3360737"/>
                </a:lnTo>
                <a:lnTo>
                  <a:pt x="0" y="3427412"/>
                </a:lnTo>
                <a:lnTo>
                  <a:pt x="3359" y="3497262"/>
                </a:lnTo>
                <a:lnTo>
                  <a:pt x="11758" y="3557587"/>
                </a:lnTo>
                <a:lnTo>
                  <a:pt x="23515" y="3609975"/>
                </a:lnTo>
                <a:lnTo>
                  <a:pt x="38632" y="3656012"/>
                </a:lnTo>
                <a:lnTo>
                  <a:pt x="55427" y="3697287"/>
                </a:lnTo>
                <a:lnTo>
                  <a:pt x="75583" y="3736975"/>
                </a:lnTo>
                <a:lnTo>
                  <a:pt x="115893" y="3811587"/>
                </a:lnTo>
                <a:lnTo>
                  <a:pt x="134368" y="3848100"/>
                </a:lnTo>
                <a:lnTo>
                  <a:pt x="152844" y="3890962"/>
                </a:lnTo>
                <a:lnTo>
                  <a:pt x="167960" y="3935412"/>
                </a:lnTo>
                <a:lnTo>
                  <a:pt x="178038" y="3987800"/>
                </a:lnTo>
                <a:lnTo>
                  <a:pt x="188115" y="4048125"/>
                </a:lnTo>
                <a:lnTo>
                  <a:pt x="189795" y="4116387"/>
                </a:lnTo>
                <a:lnTo>
                  <a:pt x="188115" y="4186237"/>
                </a:lnTo>
                <a:lnTo>
                  <a:pt x="178038" y="4244975"/>
                </a:lnTo>
                <a:lnTo>
                  <a:pt x="167960" y="4297362"/>
                </a:lnTo>
                <a:lnTo>
                  <a:pt x="152844" y="4343400"/>
                </a:lnTo>
                <a:lnTo>
                  <a:pt x="134368" y="4386262"/>
                </a:lnTo>
                <a:lnTo>
                  <a:pt x="115893" y="4424362"/>
                </a:lnTo>
                <a:lnTo>
                  <a:pt x="75583" y="4498975"/>
                </a:lnTo>
                <a:lnTo>
                  <a:pt x="55427" y="4537075"/>
                </a:lnTo>
                <a:lnTo>
                  <a:pt x="38632" y="4579937"/>
                </a:lnTo>
                <a:lnTo>
                  <a:pt x="23515" y="4625975"/>
                </a:lnTo>
                <a:lnTo>
                  <a:pt x="11758" y="4678362"/>
                </a:lnTo>
                <a:lnTo>
                  <a:pt x="3359" y="4738687"/>
                </a:lnTo>
                <a:lnTo>
                  <a:pt x="0" y="4806950"/>
                </a:lnTo>
                <a:lnTo>
                  <a:pt x="3359" y="4875212"/>
                </a:lnTo>
                <a:lnTo>
                  <a:pt x="11758" y="4935537"/>
                </a:lnTo>
                <a:lnTo>
                  <a:pt x="23515" y="4987925"/>
                </a:lnTo>
                <a:lnTo>
                  <a:pt x="38632" y="5033962"/>
                </a:lnTo>
                <a:lnTo>
                  <a:pt x="55427" y="5075237"/>
                </a:lnTo>
                <a:lnTo>
                  <a:pt x="75583" y="5114925"/>
                </a:lnTo>
                <a:lnTo>
                  <a:pt x="95738" y="5149850"/>
                </a:lnTo>
                <a:lnTo>
                  <a:pt x="115893" y="5186362"/>
                </a:lnTo>
                <a:lnTo>
                  <a:pt x="134368" y="5226050"/>
                </a:lnTo>
                <a:lnTo>
                  <a:pt x="152844" y="5268912"/>
                </a:lnTo>
                <a:lnTo>
                  <a:pt x="167960" y="5313362"/>
                </a:lnTo>
                <a:lnTo>
                  <a:pt x="178038" y="5365750"/>
                </a:lnTo>
                <a:lnTo>
                  <a:pt x="188115" y="5426075"/>
                </a:lnTo>
                <a:lnTo>
                  <a:pt x="189795" y="5494337"/>
                </a:lnTo>
                <a:lnTo>
                  <a:pt x="188115" y="5562600"/>
                </a:lnTo>
                <a:lnTo>
                  <a:pt x="178038" y="5622925"/>
                </a:lnTo>
                <a:lnTo>
                  <a:pt x="167960" y="5675312"/>
                </a:lnTo>
                <a:lnTo>
                  <a:pt x="152844" y="5721350"/>
                </a:lnTo>
                <a:lnTo>
                  <a:pt x="134368" y="5762625"/>
                </a:lnTo>
                <a:lnTo>
                  <a:pt x="115893" y="5802312"/>
                </a:lnTo>
                <a:lnTo>
                  <a:pt x="95738" y="5840412"/>
                </a:lnTo>
                <a:lnTo>
                  <a:pt x="75583" y="5876925"/>
                </a:lnTo>
                <a:lnTo>
                  <a:pt x="55427" y="5915025"/>
                </a:lnTo>
                <a:lnTo>
                  <a:pt x="38632" y="5956300"/>
                </a:lnTo>
                <a:lnTo>
                  <a:pt x="23515" y="6003925"/>
                </a:lnTo>
                <a:lnTo>
                  <a:pt x="11758" y="6056312"/>
                </a:lnTo>
                <a:lnTo>
                  <a:pt x="3359" y="6113462"/>
                </a:lnTo>
                <a:lnTo>
                  <a:pt x="0" y="6183312"/>
                </a:lnTo>
                <a:lnTo>
                  <a:pt x="3359" y="6251575"/>
                </a:lnTo>
                <a:lnTo>
                  <a:pt x="11758" y="6311900"/>
                </a:lnTo>
                <a:lnTo>
                  <a:pt x="23515" y="6361112"/>
                </a:lnTo>
                <a:lnTo>
                  <a:pt x="38632" y="6407150"/>
                </a:lnTo>
                <a:lnTo>
                  <a:pt x="55427" y="6448425"/>
                </a:lnTo>
                <a:lnTo>
                  <a:pt x="73903" y="6488112"/>
                </a:lnTo>
                <a:lnTo>
                  <a:pt x="92379" y="6523037"/>
                </a:lnTo>
                <a:lnTo>
                  <a:pt x="112534" y="6561137"/>
                </a:lnTo>
                <a:lnTo>
                  <a:pt x="132689" y="6597650"/>
                </a:lnTo>
                <a:lnTo>
                  <a:pt x="149485" y="6640512"/>
                </a:lnTo>
                <a:lnTo>
                  <a:pt x="166281" y="6683375"/>
                </a:lnTo>
                <a:lnTo>
                  <a:pt x="176358" y="6735762"/>
                </a:lnTo>
                <a:lnTo>
                  <a:pt x="184756" y="6791325"/>
                </a:lnTo>
                <a:lnTo>
                  <a:pt x="189795" y="6858000"/>
                </a:lnTo>
                <a:lnTo>
                  <a:pt x="334173" y="6858000"/>
                </a:lnTo>
                <a:lnTo>
                  <a:pt x="334174" y="6858000"/>
                </a:lnTo>
                <a:lnTo>
                  <a:pt x="4417162" y="685800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B842F1-3D02-184F-B426-0B606B8CB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406"/>
            <a:ext cx="3234018" cy="3826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Graph of Meat consumption against other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B1B191-7EAE-E340-9301-B92F253B8181}"/>
              </a:ext>
            </a:extLst>
          </p:cNvPr>
          <p:cNvSpPr txBox="1"/>
          <p:nvPr/>
        </p:nvSpPr>
        <p:spPr>
          <a:xfrm>
            <a:off x="458454" y="4778734"/>
            <a:ext cx="3220917" cy="14521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2000" dirty="0">
              <a:solidFill>
                <a:schemeClr val="tx1">
                  <a:alpha val="60000"/>
                </a:schemeClr>
              </a:solidFill>
              <a:highlight>
                <a:srgbClr val="FFFF00"/>
              </a:highlight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chemeClr val="tx1">
                    <a:alpha val="60000"/>
                  </a:schemeClr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After removing outliers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B6523FEA-4290-8E4C-8583-B7DE6D1E3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924" y="0"/>
            <a:ext cx="472307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AA3B17-0607-2D4C-824C-E4D18CF70450}"/>
              </a:ext>
            </a:extLst>
          </p:cNvPr>
          <p:cNvSpPr txBox="1"/>
          <p:nvPr/>
        </p:nvSpPr>
        <p:spPr>
          <a:xfrm>
            <a:off x="4417162" y="5842337"/>
            <a:ext cx="21540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Education and marital status categories have no remarkable difference in regard their relationship with red meat consumption</a:t>
            </a:r>
          </a:p>
        </p:txBody>
      </p:sp>
    </p:spTree>
    <p:extLst>
      <p:ext uri="{BB962C8B-B14F-4D97-AF65-F5344CB8AC3E}">
        <p14:creationId xmlns:p14="http://schemas.microsoft.com/office/powerpoint/2010/main" val="2669874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B7FE-0C0B-5B46-968F-A5C160ED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dirty="0"/>
              <a:t>Outline</a:t>
            </a:r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F2FF8741-4C04-4AD7-B6BD-70CB74F446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703" r="445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7A035-AEC5-F141-B241-96F397752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Project focus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Data preparation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Insights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Conclusions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50261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052C18-D2D0-FE4E-B0B3-FD726321E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197" y="257472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Statistical analysis</a:t>
            </a:r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AC885A6A-F5BA-FC49-AA3F-11EBECC6D4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619"/>
          <a:stretch/>
        </p:blipFill>
        <p:spPr>
          <a:xfrm>
            <a:off x="252197" y="2448823"/>
            <a:ext cx="4062628" cy="30146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71EE2-BF9E-7A49-AE75-63B62C9EC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236" y="1819089"/>
            <a:ext cx="11420480" cy="5980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Data description before removing outliers:				Data description after removing outliers: </a:t>
            </a: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888C6664-E1F9-7945-8AE7-3A7645AC6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000" y="2446760"/>
            <a:ext cx="4165362" cy="30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245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052C18-D2D0-FE4E-B0B3-FD726321E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197" y="257472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Statistical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71EE2-BF9E-7A49-AE75-63B62C9EC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236" y="1819089"/>
            <a:ext cx="11420480" cy="5980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Correlation before removing outliers:				Correlation after removing outliers: </a:t>
            </a:r>
          </a:p>
        </p:txBody>
      </p:sp>
      <p:pic>
        <p:nvPicPr>
          <p:cNvPr id="11" name="Picture 10" descr="Table&#10;&#10;Description automatically generated">
            <a:extLst>
              <a:ext uri="{FF2B5EF4-FFF2-40B4-BE49-F238E27FC236}">
                <a16:creationId xmlns:a16="http://schemas.microsoft.com/office/drawing/2014/main" id="{7DF5153B-9843-2748-A622-9777277CCC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565"/>
          <a:stretch/>
        </p:blipFill>
        <p:spPr>
          <a:xfrm>
            <a:off x="661592" y="2386126"/>
            <a:ext cx="5329524" cy="1042873"/>
          </a:xfrm>
          <a:prstGeom prst="rect">
            <a:avLst/>
          </a:prstGeom>
        </p:spPr>
      </p:pic>
      <p:pic>
        <p:nvPicPr>
          <p:cNvPr id="13" name="Picture 12" descr="Table&#10;&#10;Description automatically generated">
            <a:extLst>
              <a:ext uri="{FF2B5EF4-FFF2-40B4-BE49-F238E27FC236}">
                <a16:creationId xmlns:a16="http://schemas.microsoft.com/office/drawing/2014/main" id="{7B2AC3A7-72EC-1D45-AD01-DDE22C430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608" y="2386127"/>
            <a:ext cx="5615465" cy="10428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183C67-8A82-AF4A-869C-E910B5DC547D}"/>
              </a:ext>
            </a:extLst>
          </p:cNvPr>
          <p:cNvSpPr txBox="1"/>
          <p:nvPr/>
        </p:nvSpPr>
        <p:spPr>
          <a:xfrm>
            <a:off x="467833" y="4693413"/>
            <a:ext cx="56281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dirty="0"/>
          </a:p>
          <a:p>
            <a:pPr algn="just"/>
            <a:r>
              <a:rPr lang="en-US" dirty="0"/>
              <a:t>According to </a:t>
            </a:r>
            <a:r>
              <a:rPr lang="en-US" dirty="0" err="1"/>
              <a:t>Magoosh</a:t>
            </a:r>
            <a:r>
              <a:rPr lang="en-US" dirty="0"/>
              <a:t> Statistics: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Generally, a value of r greater than 0.7 is </a:t>
            </a:r>
            <a:r>
              <a:rPr lang="en-US" b="1" dirty="0"/>
              <a:t>considered a strong correlation</a:t>
            </a:r>
            <a:r>
              <a:rPr lang="en-US" dirty="0"/>
              <a:t>. Anything between 0.5 and 0.7 is a moderate correlation, and anything less than 0.4 is considered a weak or no correlation.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452A93-5B6F-E849-A8A6-85216A061FFC}"/>
              </a:ext>
            </a:extLst>
          </p:cNvPr>
          <p:cNvSpPr txBox="1"/>
          <p:nvPr/>
        </p:nvSpPr>
        <p:spPr>
          <a:xfrm>
            <a:off x="7612912" y="4693413"/>
            <a:ext cx="44462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Interpretation:</a:t>
            </a:r>
          </a:p>
          <a:p>
            <a:endParaRPr lang="en-US" dirty="0"/>
          </a:p>
          <a:p>
            <a:r>
              <a:rPr lang="en-US" dirty="0"/>
              <a:t>On average, as the number of children increases by 1, red meat consumption decreases by half in their family.</a:t>
            </a:r>
          </a:p>
          <a:p>
            <a:endParaRPr lang="en-US" dirty="0"/>
          </a:p>
          <a:p>
            <a:r>
              <a:rPr lang="en-US" dirty="0"/>
              <a:t>FYI: an example of one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4097754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B7FE-0C0B-5B46-968F-A5C160ED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dirty="0"/>
              <a:t>Outline</a:t>
            </a:r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F2FF8741-4C04-4AD7-B6BD-70CB74F446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703" r="445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7A035-AEC5-F141-B241-96F397752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Project focus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Data preparation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Insights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Conclusions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82471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99B3B-DD8B-CE4A-A3DC-5BF752626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000" dirty="0"/>
              <a:t>Insights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ACB9A3-0A90-4219-892F-1EBF530FCC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257059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0351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4793A-1EC7-004A-8A12-744ECF86F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sz="4100" dirty="0"/>
              <a:t>Number of children and meat consumption</a:t>
            </a:r>
          </a:p>
        </p:txBody>
      </p:sp>
      <p:pic>
        <p:nvPicPr>
          <p:cNvPr id="5" name="Picture 4" descr="Vegetables on display at a market">
            <a:extLst>
              <a:ext uri="{FF2B5EF4-FFF2-40B4-BE49-F238E27FC236}">
                <a16:creationId xmlns:a16="http://schemas.microsoft.com/office/drawing/2014/main" id="{5DAEF2F7-65CB-4827-A2EE-3657E143AA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79" r="13787" b="-1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A02F8-05A2-3A43-A824-EA27906F5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fontAlgn="base"/>
            <a:r>
              <a:rPr lang="en-US" sz="1400" dirty="0"/>
              <a:t>According to </a:t>
            </a:r>
            <a:r>
              <a:rPr lang="en-US" sz="1400" dirty="0" err="1"/>
              <a:t>Babylino</a:t>
            </a:r>
            <a:r>
              <a:rPr lang="en-US" sz="1400" dirty="0"/>
              <a:t>(Children’s care website):</a:t>
            </a:r>
          </a:p>
          <a:p>
            <a:pPr lvl="1" fontAlgn="base"/>
            <a:r>
              <a:rPr lang="en-US" sz="1400" b="1" dirty="0"/>
              <a:t>How often should a child consume red meat</a:t>
            </a:r>
            <a:endParaRPr lang="en-US" sz="1400" dirty="0"/>
          </a:p>
          <a:p>
            <a:pPr lvl="1" fontAlgn="base"/>
            <a:r>
              <a:rPr lang="en-US" sz="1400" dirty="0"/>
              <a:t>“In conclusion, when the weekly diet of a child includes 2 fish meals, 1 chicken meal (or vice versa), 1 legume meal, 1 pasta meal and 1 vegetable casserole meal, </a:t>
            </a:r>
            <a:r>
              <a:rPr lang="en-US" sz="1400" dirty="0">
                <a:highlight>
                  <a:srgbClr val="00FFFF"/>
                </a:highlight>
              </a:rPr>
              <a:t>there is only one meal left for red meat, per week</a:t>
            </a:r>
            <a:r>
              <a:rPr lang="en-US" sz="1400" dirty="0"/>
              <a:t>. If for certain reasons, require the consumption of meat can be increased or decrease accordingly”</a:t>
            </a:r>
          </a:p>
          <a:p>
            <a:pPr fontAlgn="base"/>
            <a:r>
              <a:rPr lang="en-US" sz="1400" dirty="0"/>
              <a:t>“This study provides clear evidence that </a:t>
            </a:r>
            <a:r>
              <a:rPr lang="en-US" sz="1400" dirty="0">
                <a:highlight>
                  <a:srgbClr val="00FFFF"/>
                </a:highlight>
              </a:rPr>
              <a:t>regular consumption of red meat</a:t>
            </a:r>
            <a:r>
              <a:rPr lang="en-US" sz="1400" dirty="0"/>
              <a:t>, especially processed meat, contributes substantially to </a:t>
            </a:r>
            <a:r>
              <a:rPr lang="en-US" sz="1400" dirty="0">
                <a:highlight>
                  <a:srgbClr val="00FFFF"/>
                </a:highlight>
              </a:rPr>
              <a:t>premature death</a:t>
            </a:r>
            <a:r>
              <a:rPr lang="en-US" sz="1400" dirty="0"/>
              <a:t>,” Frank Hu, professor of nutrition and epidemiology at the Harvard School of Public Health, told the </a:t>
            </a:r>
            <a:r>
              <a:rPr lang="en-US" sz="1400" dirty="0">
                <a:hlinkClick r:id="rId3"/>
              </a:rPr>
              <a:t>university newspaper</a:t>
            </a:r>
            <a:r>
              <a:rPr lang="en-US" sz="1400" dirty="0"/>
              <a:t>.</a:t>
            </a:r>
          </a:p>
          <a:p>
            <a:pPr fontAlgn="base"/>
            <a:r>
              <a:rPr lang="en-US" sz="1400" dirty="0">
                <a:highlight>
                  <a:srgbClr val="00FFFF"/>
                </a:highlight>
              </a:rPr>
              <a:t>Myth about meat consumption without research is another factor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80368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B7FE-0C0B-5B46-968F-A5C160ED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dirty="0"/>
              <a:t>Outline</a:t>
            </a:r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F2FF8741-4C04-4AD7-B6BD-70CB74F446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703" r="445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7A035-AEC5-F141-B241-96F397752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Project focus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Data preparation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Insights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Conclusions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52009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93774-3A62-4145-B5F2-7A39CF79C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56BC0E-BD98-4D1F-AAB8-1FA844F686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1902174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3974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BEC2F-A3AD-2242-9171-0CB2555E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9821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877</Words>
  <Application>Microsoft Macintosh PowerPoint</Application>
  <PresentationFormat>Widescreen</PresentationFormat>
  <Paragraphs>153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CUSTOMER ANALYSIS PROJECT—with python</vt:lpstr>
      <vt:lpstr>Outline</vt:lpstr>
      <vt:lpstr>Outline</vt:lpstr>
      <vt:lpstr>Problem statement</vt:lpstr>
      <vt:lpstr>Outline</vt:lpstr>
      <vt:lpstr>Project focus</vt:lpstr>
      <vt:lpstr>Why focus on Meat?</vt:lpstr>
      <vt:lpstr>Outline</vt:lpstr>
      <vt:lpstr>ABOUT THE DATASET </vt:lpstr>
      <vt:lpstr>PowerPoint Presentation</vt:lpstr>
      <vt:lpstr>PowerPoint Presentation</vt:lpstr>
      <vt:lpstr>Outline</vt:lpstr>
      <vt:lpstr>Data preparation</vt:lpstr>
      <vt:lpstr>Graph of Meat consumption against other variables</vt:lpstr>
      <vt:lpstr>Graph of Meat consumption against other variables</vt:lpstr>
      <vt:lpstr>Outline</vt:lpstr>
      <vt:lpstr>Statistical analysis</vt:lpstr>
      <vt:lpstr>Statistical analysis</vt:lpstr>
      <vt:lpstr>Outline</vt:lpstr>
      <vt:lpstr>Insights</vt:lpstr>
      <vt:lpstr>Number of children and meat consumption</vt:lpstr>
      <vt:lpstr>Outline</vt:lpstr>
      <vt:lpstr>Conclusion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ANALYSIS PROJECT</dc:title>
  <dc:creator>Patience Gihozo</dc:creator>
  <cp:lastModifiedBy>Patience Gihozo</cp:lastModifiedBy>
  <cp:revision>20</cp:revision>
  <dcterms:created xsi:type="dcterms:W3CDTF">2021-11-30T22:09:48Z</dcterms:created>
  <dcterms:modified xsi:type="dcterms:W3CDTF">2021-12-03T10:16:17Z</dcterms:modified>
</cp:coreProperties>
</file>